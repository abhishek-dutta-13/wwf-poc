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17951E8-55D2-40A3-A557-217A4980ED2C}">
          <p14:sldIdLst>
            <p14:sldId id="257"/>
          </p14:sldIdLst>
        </p14:section>
        <p14:section name="graveyard" id="{16C98B70-E99B-42E8-9B09-36B44DC5CBA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E5FF"/>
    <a:srgbClr val="00C4D4"/>
    <a:srgbClr val="00B0F0"/>
    <a:srgbClr val="0D2850"/>
    <a:srgbClr val="013A52"/>
    <a:srgbClr val="7D3BFF"/>
    <a:srgbClr val="7500C0"/>
    <a:srgbClr val="B440FF"/>
    <a:srgbClr val="450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D0F0F8-0B5A-4DE0-953D-20392FA317F5}" v="83" dt="2026-04-15T09:41:08.8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373" autoAdjust="0"/>
  </p:normalViewPr>
  <p:slideViewPr>
    <p:cSldViewPr snapToGrid="0" snapToObjects="1">
      <p:cViewPr varScale="1">
        <p:scale>
          <a:sx n="94" d="100"/>
          <a:sy n="94" d="100"/>
        </p:scale>
        <p:origin x="132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tta, Abhishek" userId="13ad01cd-c887-4cdd-953a-b8dddd27f303" providerId="ADAL" clId="{98AAE759-444B-4990-BB82-3F7FEDB23A6F}"/>
    <pc:docChg chg="undo redo custSel addSld delSld modSld sldOrd addSection modSection">
      <pc:chgData name="Dutta, Abhishek" userId="13ad01cd-c887-4cdd-953a-b8dddd27f303" providerId="ADAL" clId="{98AAE759-444B-4990-BB82-3F7FEDB23A6F}" dt="2026-04-15T09:45:05.177" v="1351" actId="47"/>
      <pc:docMkLst>
        <pc:docMk/>
      </pc:docMkLst>
      <pc:sldChg chg="addSp delSp modSp del mod ord">
        <pc:chgData name="Dutta, Abhishek" userId="13ad01cd-c887-4cdd-953a-b8dddd27f303" providerId="ADAL" clId="{98AAE759-444B-4990-BB82-3F7FEDB23A6F}" dt="2026-04-15T09:45:05.177" v="1351" actId="47"/>
        <pc:sldMkLst>
          <pc:docMk/>
          <pc:sldMk cId="0" sldId="256"/>
        </pc:sldMkLst>
        <pc:spChg chg="mod">
          <ac:chgData name="Dutta, Abhishek" userId="13ad01cd-c887-4cdd-953a-b8dddd27f303" providerId="ADAL" clId="{98AAE759-444B-4990-BB82-3F7FEDB23A6F}" dt="2026-04-15T05:32:26.185" v="221" actId="164"/>
          <ac:spMkLst>
            <pc:docMk/>
            <pc:sldMk cId="0" sldId="256"/>
            <ac:spMk id="7" creationId="{00000000-0000-0000-0000-000000000000}"/>
          </ac:spMkLst>
        </pc:spChg>
        <pc:spChg chg="add del mod">
          <ac:chgData name="Dutta, Abhishek" userId="13ad01cd-c887-4cdd-953a-b8dddd27f303" providerId="ADAL" clId="{98AAE759-444B-4990-BB82-3F7FEDB23A6F}" dt="2026-04-15T05:34:08.842" v="243" actId="21"/>
          <ac:spMkLst>
            <pc:docMk/>
            <pc:sldMk cId="0" sldId="256"/>
            <ac:spMk id="8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4T09:31:18.597" v="18" actId="122"/>
          <ac:spMkLst>
            <pc:docMk/>
            <pc:sldMk cId="0" sldId="256"/>
            <ac:spMk id="10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4T09:31:18.597" v="18" actId="122"/>
          <ac:spMkLst>
            <pc:docMk/>
            <pc:sldMk cId="0" sldId="256"/>
            <ac:spMk id="12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5T05:32:33.445" v="222" actId="164"/>
          <ac:spMkLst>
            <pc:docMk/>
            <pc:sldMk cId="0" sldId="256"/>
            <ac:spMk id="16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5T05:32:33.445" v="222" actId="164"/>
          <ac:spMkLst>
            <pc:docMk/>
            <pc:sldMk cId="0" sldId="256"/>
            <ac:spMk id="17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5T05:32:33.445" v="222" actId="164"/>
          <ac:spMkLst>
            <pc:docMk/>
            <pc:sldMk cId="0" sldId="256"/>
            <ac:spMk id="18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5T05:32:38.983" v="223" actId="164"/>
          <ac:spMkLst>
            <pc:docMk/>
            <pc:sldMk cId="0" sldId="256"/>
            <ac:spMk id="19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5T05:32:38.983" v="223" actId="164"/>
          <ac:spMkLst>
            <pc:docMk/>
            <pc:sldMk cId="0" sldId="256"/>
            <ac:spMk id="20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5T05:32:38.983" v="223" actId="164"/>
          <ac:spMkLst>
            <pc:docMk/>
            <pc:sldMk cId="0" sldId="256"/>
            <ac:spMk id="21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5T05:32:11.010" v="217" actId="164"/>
          <ac:spMkLst>
            <pc:docMk/>
            <pc:sldMk cId="0" sldId="256"/>
            <ac:spMk id="22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5T05:32:11.010" v="217" actId="164"/>
          <ac:spMkLst>
            <pc:docMk/>
            <pc:sldMk cId="0" sldId="256"/>
            <ac:spMk id="23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5T05:32:11.010" v="217" actId="164"/>
          <ac:spMkLst>
            <pc:docMk/>
            <pc:sldMk cId="0" sldId="256"/>
            <ac:spMk id="24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4T09:31:18.597" v="18" actId="122"/>
          <ac:spMkLst>
            <pc:docMk/>
            <pc:sldMk cId="0" sldId="256"/>
            <ac:spMk id="30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4T09:31:18.597" v="18" actId="122"/>
          <ac:spMkLst>
            <pc:docMk/>
            <pc:sldMk cId="0" sldId="256"/>
            <ac:spMk id="36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4T09:32:59.021" v="38" actId="14100"/>
          <ac:spMkLst>
            <pc:docMk/>
            <pc:sldMk cId="0" sldId="256"/>
            <ac:spMk id="37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4T09:33:01.436" v="39" actId="1076"/>
          <ac:spMkLst>
            <pc:docMk/>
            <pc:sldMk cId="0" sldId="256"/>
            <ac:spMk id="38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4T09:33:42.420" v="46" actId="313"/>
          <ac:spMkLst>
            <pc:docMk/>
            <pc:sldMk cId="0" sldId="256"/>
            <ac:spMk id="39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4T09:33:11.971" v="42" actId="14100"/>
          <ac:spMkLst>
            <pc:docMk/>
            <pc:sldMk cId="0" sldId="256"/>
            <ac:spMk id="40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4T09:33:24.628" v="45" actId="1076"/>
          <ac:spMkLst>
            <pc:docMk/>
            <pc:sldMk cId="0" sldId="256"/>
            <ac:spMk id="41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4T09:33:24.628" v="45" actId="1076"/>
          <ac:spMkLst>
            <pc:docMk/>
            <pc:sldMk cId="0" sldId="256"/>
            <ac:spMk id="42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4T09:34:14.074" v="49" actId="108"/>
          <ac:spMkLst>
            <pc:docMk/>
            <pc:sldMk cId="0" sldId="256"/>
            <ac:spMk id="43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4T09:34:36.153" v="50" actId="207"/>
          <ac:spMkLst>
            <pc:docMk/>
            <pc:sldMk cId="0" sldId="256"/>
            <ac:spMk id="44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5T05:34:42.141" v="255" actId="14100"/>
          <ac:spMkLst>
            <pc:docMk/>
            <pc:sldMk cId="0" sldId="256"/>
            <ac:spMk id="45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5T05:35:27.284" v="256" actId="14100"/>
          <ac:spMkLst>
            <pc:docMk/>
            <pc:sldMk cId="0" sldId="256"/>
            <ac:spMk id="46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5T05:35:35.380" v="257" actId="14100"/>
          <ac:spMkLst>
            <pc:docMk/>
            <pc:sldMk cId="0" sldId="256"/>
            <ac:spMk id="47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5T05:35:38.716" v="258" actId="14100"/>
          <ac:spMkLst>
            <pc:docMk/>
            <pc:sldMk cId="0" sldId="256"/>
            <ac:spMk id="48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4T09:35:07.504" v="52" actId="1076"/>
          <ac:spMkLst>
            <pc:docMk/>
            <pc:sldMk cId="0" sldId="256"/>
            <ac:spMk id="52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4T09:31:18.597" v="18" actId="122"/>
          <ac:spMkLst>
            <pc:docMk/>
            <pc:sldMk cId="0" sldId="256"/>
            <ac:spMk id="53" creationId="{00000000-0000-0000-0000-000000000000}"/>
          </ac:spMkLst>
        </pc:spChg>
        <pc:spChg chg="mod">
          <ac:chgData name="Dutta, Abhishek" userId="13ad01cd-c887-4cdd-953a-b8dddd27f303" providerId="ADAL" clId="{98AAE759-444B-4990-BB82-3F7FEDB23A6F}" dt="2026-04-14T09:31:18.597" v="18" actId="122"/>
          <ac:spMkLst>
            <pc:docMk/>
            <pc:sldMk cId="0" sldId="256"/>
            <ac:spMk id="54" creationId="{00000000-0000-0000-0000-000000000000}"/>
          </ac:spMkLst>
        </pc:spChg>
        <pc:spChg chg="add del mod ord">
          <ac:chgData name="Dutta, Abhishek" userId="13ad01cd-c887-4cdd-953a-b8dddd27f303" providerId="ADAL" clId="{98AAE759-444B-4990-BB82-3F7FEDB23A6F}" dt="2026-04-15T05:34:16.792" v="253" actId="478"/>
          <ac:spMkLst>
            <pc:docMk/>
            <pc:sldMk cId="0" sldId="256"/>
            <ac:spMk id="87" creationId="{CCED21F8-560D-398D-5A50-4E37BF91A8CC}"/>
          </ac:spMkLst>
        </pc:spChg>
        <pc:grpChg chg="add mod">
          <ac:chgData name="Dutta, Abhishek" userId="13ad01cd-c887-4cdd-953a-b8dddd27f303" providerId="ADAL" clId="{98AAE759-444B-4990-BB82-3F7FEDB23A6F}" dt="2026-04-15T05:32:13.660" v="218" actId="1076"/>
          <ac:grpSpMkLst>
            <pc:docMk/>
            <pc:sldMk cId="0" sldId="256"/>
            <ac:grpSpMk id="59" creationId="{AD87DF73-D288-EE1D-39A8-AC32C64DD39D}"/>
          </ac:grpSpMkLst>
        </pc:grpChg>
        <pc:grpChg chg="add mod">
          <ac:chgData name="Dutta, Abhishek" userId="13ad01cd-c887-4cdd-953a-b8dddd27f303" providerId="ADAL" clId="{98AAE759-444B-4990-BB82-3F7FEDB23A6F}" dt="2026-04-15T05:32:26.185" v="221" actId="164"/>
          <ac:grpSpMkLst>
            <pc:docMk/>
            <pc:sldMk cId="0" sldId="256"/>
            <ac:grpSpMk id="61" creationId="{E213280C-203B-EA02-C96A-3725D1479942}"/>
          </ac:grpSpMkLst>
        </pc:grpChg>
        <pc:grpChg chg="add mod">
          <ac:chgData name="Dutta, Abhishek" userId="13ad01cd-c887-4cdd-953a-b8dddd27f303" providerId="ADAL" clId="{98AAE759-444B-4990-BB82-3F7FEDB23A6F}" dt="2026-04-15T05:32:53.664" v="227" actId="1076"/>
          <ac:grpSpMkLst>
            <pc:docMk/>
            <pc:sldMk cId="0" sldId="256"/>
            <ac:grpSpMk id="63" creationId="{B0B95F59-F5EE-9CCA-19F1-32BF2797012A}"/>
          </ac:grpSpMkLst>
        </pc:grpChg>
        <pc:grpChg chg="add mod">
          <ac:chgData name="Dutta, Abhishek" userId="13ad01cd-c887-4cdd-953a-b8dddd27f303" providerId="ADAL" clId="{98AAE759-444B-4990-BB82-3F7FEDB23A6F}" dt="2026-04-15T05:32:51.161" v="226" actId="1076"/>
          <ac:grpSpMkLst>
            <pc:docMk/>
            <pc:sldMk cId="0" sldId="256"/>
            <ac:grpSpMk id="64" creationId="{F178D9AF-03CE-1888-ADB9-B8A2C0422887}"/>
          </ac:grpSpMkLst>
        </pc:grpChg>
        <pc:cxnChg chg="mod">
          <ac:chgData name="Dutta, Abhishek" userId="13ad01cd-c887-4cdd-953a-b8dddd27f303" providerId="ADAL" clId="{98AAE759-444B-4990-BB82-3F7FEDB23A6F}" dt="2026-04-14T09:37:02.034" v="58" actId="1076"/>
          <ac:cxnSpMkLst>
            <pc:docMk/>
            <pc:sldMk cId="0" sldId="256"/>
            <ac:cxnSpMk id="58" creationId="{00000000-0000-0000-0000-000000000000}"/>
          </ac:cxnSpMkLst>
        </pc:cxnChg>
        <pc:cxnChg chg="del mod">
          <ac:chgData name="Dutta, Abhishek" userId="13ad01cd-c887-4cdd-953a-b8dddd27f303" providerId="ADAL" clId="{98AAE759-444B-4990-BB82-3F7FEDB23A6F}" dt="2026-04-14T09:30:31.303" v="5" actId="478"/>
          <ac:cxnSpMkLst>
            <pc:docMk/>
            <pc:sldMk cId="0" sldId="256"/>
            <ac:cxnSpMk id="59" creationId="{00000000-0000-0000-0000-000000000000}"/>
          </ac:cxnSpMkLst>
        </pc:cxnChg>
        <pc:cxnChg chg="del mod">
          <ac:chgData name="Dutta, Abhishek" userId="13ad01cd-c887-4cdd-953a-b8dddd27f303" providerId="ADAL" clId="{98AAE759-444B-4990-BB82-3F7FEDB23A6F}" dt="2026-04-14T09:32:25.378" v="28" actId="478"/>
          <ac:cxnSpMkLst>
            <pc:docMk/>
            <pc:sldMk cId="0" sldId="256"/>
            <ac:cxnSpMk id="61" creationId="{00000000-0000-0000-0000-000000000000}"/>
          </ac:cxnSpMkLst>
        </pc:cxnChg>
        <pc:cxnChg chg="add del mod">
          <ac:chgData name="Dutta, Abhishek" userId="13ad01cd-c887-4cdd-953a-b8dddd27f303" providerId="ADAL" clId="{98AAE759-444B-4990-BB82-3F7FEDB23A6F}" dt="2026-04-15T05:34:21.195" v="254" actId="1076"/>
          <ac:cxnSpMkLst>
            <pc:docMk/>
            <pc:sldMk cId="0" sldId="256"/>
            <ac:cxnSpMk id="62" creationId="{00000000-0000-0000-0000-000000000000}"/>
          </ac:cxnSpMkLst>
        </pc:cxnChg>
        <pc:cxnChg chg="del">
          <ac:chgData name="Dutta, Abhishek" userId="13ad01cd-c887-4cdd-953a-b8dddd27f303" providerId="ADAL" clId="{98AAE759-444B-4990-BB82-3F7FEDB23A6F}" dt="2026-04-14T09:30:39.753" v="11" actId="478"/>
          <ac:cxnSpMkLst>
            <pc:docMk/>
            <pc:sldMk cId="0" sldId="256"/>
            <ac:cxnSpMk id="63" creationId="{00000000-0000-0000-0000-000000000000}"/>
          </ac:cxnSpMkLst>
        </pc:cxnChg>
        <pc:cxnChg chg="del">
          <ac:chgData name="Dutta, Abhishek" userId="13ad01cd-c887-4cdd-953a-b8dddd27f303" providerId="ADAL" clId="{98AAE759-444B-4990-BB82-3F7FEDB23A6F}" dt="2026-04-14T09:30:38.764" v="10" actId="478"/>
          <ac:cxnSpMkLst>
            <pc:docMk/>
            <pc:sldMk cId="0" sldId="256"/>
            <ac:cxnSpMk id="64" creationId="{00000000-0000-0000-0000-000000000000}"/>
          </ac:cxnSpMkLst>
        </pc:cxnChg>
        <pc:cxnChg chg="del">
          <ac:chgData name="Dutta, Abhishek" userId="13ad01cd-c887-4cdd-953a-b8dddd27f303" providerId="ADAL" clId="{98AAE759-444B-4990-BB82-3F7FEDB23A6F}" dt="2026-04-14T09:30:36.685" v="8" actId="478"/>
          <ac:cxnSpMkLst>
            <pc:docMk/>
            <pc:sldMk cId="0" sldId="256"/>
            <ac:cxnSpMk id="65" creationId="{00000000-0000-0000-0000-000000000000}"/>
          </ac:cxnSpMkLst>
        </pc:cxnChg>
        <pc:cxnChg chg="del mod">
          <ac:chgData name="Dutta, Abhishek" userId="13ad01cd-c887-4cdd-953a-b8dddd27f303" providerId="ADAL" clId="{98AAE759-444B-4990-BB82-3F7FEDB23A6F}" dt="2026-04-14T09:30:34.033" v="7" actId="478"/>
          <ac:cxnSpMkLst>
            <pc:docMk/>
            <pc:sldMk cId="0" sldId="256"/>
            <ac:cxnSpMk id="66" creationId="{00000000-0000-0000-0000-000000000000}"/>
          </ac:cxnSpMkLst>
        </pc:cxnChg>
        <pc:cxnChg chg="add mod">
          <ac:chgData name="Dutta, Abhishek" userId="13ad01cd-c887-4cdd-953a-b8dddd27f303" providerId="ADAL" clId="{98AAE759-444B-4990-BB82-3F7FEDB23A6F}" dt="2026-04-15T05:34:12.139" v="249" actId="14100"/>
          <ac:cxnSpMkLst>
            <pc:docMk/>
            <pc:sldMk cId="0" sldId="256"/>
            <ac:cxnSpMk id="66" creationId="{6493930C-3B2D-25E7-CFDA-68BFCE4E0700}"/>
          </ac:cxnSpMkLst>
        </pc:cxnChg>
        <pc:cxnChg chg="del">
          <ac:chgData name="Dutta, Abhishek" userId="13ad01cd-c887-4cdd-953a-b8dddd27f303" providerId="ADAL" clId="{98AAE759-444B-4990-BB82-3F7FEDB23A6F}" dt="2026-04-14T09:30:37.909" v="9" actId="478"/>
          <ac:cxnSpMkLst>
            <pc:docMk/>
            <pc:sldMk cId="0" sldId="256"/>
            <ac:cxnSpMk id="67" creationId="{00000000-0000-0000-0000-000000000000}"/>
          </ac:cxnSpMkLst>
        </pc:cxnChg>
        <pc:cxnChg chg="mod">
          <ac:chgData name="Dutta, Abhishek" userId="13ad01cd-c887-4cdd-953a-b8dddd27f303" providerId="ADAL" clId="{98AAE759-444B-4990-BB82-3F7FEDB23A6F}" dt="2026-04-15T05:38:12.337" v="259" actId="14100"/>
          <ac:cxnSpMkLst>
            <pc:docMk/>
            <pc:sldMk cId="0" sldId="256"/>
            <ac:cxnSpMk id="68" creationId="{00000000-0000-0000-0000-000000000000}"/>
          </ac:cxnSpMkLst>
        </pc:cxnChg>
        <pc:cxnChg chg="add mod">
          <ac:chgData name="Dutta, Abhishek" userId="13ad01cd-c887-4cdd-953a-b8dddd27f303" providerId="ADAL" clId="{98AAE759-444B-4990-BB82-3F7FEDB23A6F}" dt="2026-04-15T05:32:48.139" v="225" actId="1076"/>
          <ac:cxnSpMkLst>
            <pc:docMk/>
            <pc:sldMk cId="0" sldId="256"/>
            <ac:cxnSpMk id="75" creationId="{D6C34F88-A51C-D220-E9C1-BCD4C1D145D3}"/>
          </ac:cxnSpMkLst>
        </pc:cxnChg>
        <pc:cxnChg chg="add mod">
          <ac:chgData name="Dutta, Abhishek" userId="13ad01cd-c887-4cdd-953a-b8dddd27f303" providerId="ADAL" clId="{98AAE759-444B-4990-BB82-3F7FEDB23A6F}" dt="2026-04-15T05:34:10.488" v="246" actId="14100"/>
          <ac:cxnSpMkLst>
            <pc:docMk/>
            <pc:sldMk cId="0" sldId="256"/>
            <ac:cxnSpMk id="79" creationId="{227CD7DD-1493-F2AC-8FB9-2E44C7FC1922}"/>
          </ac:cxnSpMkLst>
        </pc:cxnChg>
      </pc:sldChg>
      <pc:sldChg chg="addSp delSp modSp add mod ord">
        <pc:chgData name="Dutta, Abhishek" userId="13ad01cd-c887-4cdd-953a-b8dddd27f303" providerId="ADAL" clId="{98AAE759-444B-4990-BB82-3F7FEDB23A6F}" dt="2026-04-15T09:44:54.040" v="1350" actId="1076"/>
        <pc:sldMkLst>
          <pc:docMk/>
          <pc:sldMk cId="921368017" sldId="257"/>
        </pc:sldMkLst>
        <pc:spChg chg="del mod">
          <ac:chgData name="Dutta, Abhishek" userId="13ad01cd-c887-4cdd-953a-b8dddd27f303" providerId="ADAL" clId="{98AAE759-444B-4990-BB82-3F7FEDB23A6F}" dt="2026-04-15T07:41:32.760" v="712" actId="478"/>
          <ac:spMkLst>
            <pc:docMk/>
            <pc:sldMk cId="921368017" sldId="257"/>
            <ac:spMk id="2" creationId="{3D6B454B-0CEF-3053-4ABC-6499A4A825E7}"/>
          </ac:spMkLst>
        </pc:spChg>
        <pc:spChg chg="add del mod">
          <ac:chgData name="Dutta, Abhishek" userId="13ad01cd-c887-4cdd-953a-b8dddd27f303" providerId="ADAL" clId="{98AAE759-444B-4990-BB82-3F7FEDB23A6F}" dt="2026-04-15T07:42:07.529" v="716" actId="478"/>
          <ac:spMkLst>
            <pc:docMk/>
            <pc:sldMk cId="921368017" sldId="257"/>
            <ac:spMk id="3" creationId="{227ED3A9-0824-4512-1F8C-F590472C0CD2}"/>
          </ac:spMkLst>
        </pc:spChg>
        <pc:spChg chg="mod">
          <ac:chgData name="Dutta, Abhishek" userId="13ad01cd-c887-4cdd-953a-b8dddd27f303" providerId="ADAL" clId="{98AAE759-444B-4990-BB82-3F7FEDB23A6F}" dt="2026-04-15T08:09:19.705" v="1011" actId="208"/>
          <ac:spMkLst>
            <pc:docMk/>
            <pc:sldMk cId="921368017" sldId="257"/>
            <ac:spMk id="4" creationId="{B66D1BB2-828E-8F7D-A6A1-1A01F87E1841}"/>
          </ac:spMkLst>
        </pc:spChg>
        <pc:spChg chg="mod">
          <ac:chgData name="Dutta, Abhishek" userId="13ad01cd-c887-4cdd-953a-b8dddd27f303" providerId="ADAL" clId="{98AAE759-444B-4990-BB82-3F7FEDB23A6F}" dt="2026-04-15T07:45:38.906" v="730" actId="207"/>
          <ac:spMkLst>
            <pc:docMk/>
            <pc:sldMk cId="921368017" sldId="257"/>
            <ac:spMk id="5" creationId="{0734FDC8-AE70-D9FA-2B3B-784E8DB17164}"/>
          </ac:spMkLst>
        </pc:spChg>
        <pc:spChg chg="mod">
          <ac:chgData name="Dutta, Abhishek" userId="13ad01cd-c887-4cdd-953a-b8dddd27f303" providerId="ADAL" clId="{98AAE759-444B-4990-BB82-3F7FEDB23A6F}" dt="2026-04-15T07:45:28.247" v="729" actId="1076"/>
          <ac:spMkLst>
            <pc:docMk/>
            <pc:sldMk cId="921368017" sldId="257"/>
            <ac:spMk id="6" creationId="{7D1BB722-E252-826D-1C4F-D4FE0D85B7E0}"/>
          </ac:spMkLst>
        </pc:spChg>
        <pc:spChg chg="mod">
          <ac:chgData name="Dutta, Abhishek" userId="13ad01cd-c887-4cdd-953a-b8dddd27f303" providerId="ADAL" clId="{98AAE759-444B-4990-BB82-3F7FEDB23A6F}" dt="2026-04-15T09:25:28.678" v="1053" actId="1582"/>
          <ac:spMkLst>
            <pc:docMk/>
            <pc:sldMk cId="921368017" sldId="257"/>
            <ac:spMk id="7" creationId="{C18C0DF3-A914-B87B-90E9-388F56C6B764}"/>
          </ac:spMkLst>
        </pc:spChg>
        <pc:spChg chg="mod ord">
          <ac:chgData name="Dutta, Abhishek" userId="13ad01cd-c887-4cdd-953a-b8dddd27f303" providerId="ADAL" clId="{98AAE759-444B-4990-BB82-3F7FEDB23A6F}" dt="2026-04-15T09:44:48.251" v="1349" actId="1076"/>
          <ac:spMkLst>
            <pc:docMk/>
            <pc:sldMk cId="921368017" sldId="257"/>
            <ac:spMk id="8" creationId="{D1B3900F-12EB-DCEF-2A3B-097BE203E9F0}"/>
          </ac:spMkLst>
        </pc:spChg>
        <pc:spChg chg="mod topLvl">
          <ac:chgData name="Dutta, Abhishek" userId="13ad01cd-c887-4cdd-953a-b8dddd27f303" providerId="ADAL" clId="{98AAE759-444B-4990-BB82-3F7FEDB23A6F}" dt="2026-04-15T09:28:33.697" v="1093" actId="1076"/>
          <ac:spMkLst>
            <pc:docMk/>
            <pc:sldMk cId="921368017" sldId="257"/>
            <ac:spMk id="9" creationId="{216866F4-801A-DBF0-B9B9-1EF20F716578}"/>
          </ac:spMkLst>
        </pc:spChg>
        <pc:spChg chg="mod">
          <ac:chgData name="Dutta, Abhishek" userId="13ad01cd-c887-4cdd-953a-b8dddd27f303" providerId="ADAL" clId="{98AAE759-444B-4990-BB82-3F7FEDB23A6F}" dt="2026-04-15T08:14:10.446" v="1045" actId="108"/>
          <ac:spMkLst>
            <pc:docMk/>
            <pc:sldMk cId="921368017" sldId="257"/>
            <ac:spMk id="10" creationId="{45457C12-7D5C-B77C-73A9-072AD284BC3A}"/>
          </ac:spMkLst>
        </pc:spChg>
        <pc:spChg chg="mod">
          <ac:chgData name="Dutta, Abhishek" userId="13ad01cd-c887-4cdd-953a-b8dddd27f303" providerId="ADAL" clId="{98AAE759-444B-4990-BB82-3F7FEDB23A6F}" dt="2026-04-15T08:14:33.035" v="1048" actId="1076"/>
          <ac:spMkLst>
            <pc:docMk/>
            <pc:sldMk cId="921368017" sldId="257"/>
            <ac:spMk id="11" creationId="{07543FE7-53FD-24BD-29F8-393AE51C0865}"/>
          </ac:spMkLst>
        </pc:spChg>
        <pc:spChg chg="mod">
          <ac:chgData name="Dutta, Abhishek" userId="13ad01cd-c887-4cdd-953a-b8dddd27f303" providerId="ADAL" clId="{98AAE759-444B-4990-BB82-3F7FEDB23A6F}" dt="2026-04-15T08:14:25.296" v="1047" actId="108"/>
          <ac:spMkLst>
            <pc:docMk/>
            <pc:sldMk cId="921368017" sldId="257"/>
            <ac:spMk id="12" creationId="{40151D82-D615-C51C-2F61-1BF2BE374175}"/>
          </ac:spMkLst>
        </pc:spChg>
        <pc:spChg chg="mod">
          <ac:chgData name="Dutta, Abhishek" userId="13ad01cd-c887-4cdd-953a-b8dddd27f303" providerId="ADAL" clId="{98AAE759-444B-4990-BB82-3F7FEDB23A6F}" dt="2026-04-15T08:14:36.902" v="1049" actId="1076"/>
          <ac:spMkLst>
            <pc:docMk/>
            <pc:sldMk cId="921368017" sldId="257"/>
            <ac:spMk id="13" creationId="{87EBB77F-4779-23CC-8D40-85784547E521}"/>
          </ac:spMkLst>
        </pc:spChg>
        <pc:spChg chg="mod topLvl">
          <ac:chgData name="Dutta, Abhishek" userId="13ad01cd-c887-4cdd-953a-b8dddd27f303" providerId="ADAL" clId="{98AAE759-444B-4990-BB82-3F7FEDB23A6F}" dt="2026-04-15T09:28:03.538" v="1086" actId="164"/>
          <ac:spMkLst>
            <pc:docMk/>
            <pc:sldMk cId="921368017" sldId="257"/>
            <ac:spMk id="14" creationId="{9F478323-E832-8839-2C9D-AECBB0141199}"/>
          </ac:spMkLst>
        </pc:spChg>
        <pc:spChg chg="mod topLvl">
          <ac:chgData name="Dutta, Abhishek" userId="13ad01cd-c887-4cdd-953a-b8dddd27f303" providerId="ADAL" clId="{98AAE759-444B-4990-BB82-3F7FEDB23A6F}" dt="2026-04-15T09:28:03.538" v="1086" actId="164"/>
          <ac:spMkLst>
            <pc:docMk/>
            <pc:sldMk cId="921368017" sldId="257"/>
            <ac:spMk id="15" creationId="{17AF0441-A30F-FD56-A342-085914CC74BD}"/>
          </ac:spMkLst>
        </pc:spChg>
        <pc:spChg chg="mod">
          <ac:chgData name="Dutta, Abhishek" userId="13ad01cd-c887-4cdd-953a-b8dddd27f303" providerId="ADAL" clId="{98AAE759-444B-4990-BB82-3F7FEDB23A6F}" dt="2026-04-15T08:06:19.536" v="973" actId="208"/>
          <ac:spMkLst>
            <pc:docMk/>
            <pc:sldMk cId="921368017" sldId="257"/>
            <ac:spMk id="16" creationId="{2AE02478-443C-BD91-98FB-3BAE3B59487E}"/>
          </ac:spMkLst>
        </pc:spChg>
        <pc:spChg chg="mod">
          <ac:chgData name="Dutta, Abhishek" userId="13ad01cd-c887-4cdd-953a-b8dddd27f303" providerId="ADAL" clId="{98AAE759-444B-4990-BB82-3F7FEDB23A6F}" dt="2026-04-15T07:50:52.579" v="782" actId="108"/>
          <ac:spMkLst>
            <pc:docMk/>
            <pc:sldMk cId="921368017" sldId="257"/>
            <ac:spMk id="17" creationId="{0D877752-E6DC-B90F-A032-485AED620B7A}"/>
          </ac:spMkLst>
        </pc:spChg>
        <pc:spChg chg="mod">
          <ac:chgData name="Dutta, Abhishek" userId="13ad01cd-c887-4cdd-953a-b8dddd27f303" providerId="ADAL" clId="{98AAE759-444B-4990-BB82-3F7FEDB23A6F}" dt="2026-04-15T07:57:42.788" v="838" actId="2711"/>
          <ac:spMkLst>
            <pc:docMk/>
            <pc:sldMk cId="921368017" sldId="257"/>
            <ac:spMk id="18" creationId="{ECA080CB-E3AE-0958-5A5A-44A32DD2C441}"/>
          </ac:spMkLst>
        </pc:spChg>
        <pc:spChg chg="mod">
          <ac:chgData name="Dutta, Abhishek" userId="13ad01cd-c887-4cdd-953a-b8dddd27f303" providerId="ADAL" clId="{98AAE759-444B-4990-BB82-3F7FEDB23A6F}" dt="2026-04-15T08:06:27.358" v="974" actId="208"/>
          <ac:spMkLst>
            <pc:docMk/>
            <pc:sldMk cId="921368017" sldId="257"/>
            <ac:spMk id="19" creationId="{7830D125-D9AE-E0EF-C5C6-068CE30BF84A}"/>
          </ac:spMkLst>
        </pc:spChg>
        <pc:spChg chg="mod">
          <ac:chgData name="Dutta, Abhishek" userId="13ad01cd-c887-4cdd-953a-b8dddd27f303" providerId="ADAL" clId="{98AAE759-444B-4990-BB82-3F7FEDB23A6F}" dt="2026-04-15T06:04:49.476" v="467" actId="108"/>
          <ac:spMkLst>
            <pc:docMk/>
            <pc:sldMk cId="921368017" sldId="257"/>
            <ac:spMk id="20" creationId="{208B8ECD-F6C8-B910-2D29-50E5C862973C}"/>
          </ac:spMkLst>
        </pc:spChg>
        <pc:spChg chg="mod">
          <ac:chgData name="Dutta, Abhishek" userId="13ad01cd-c887-4cdd-953a-b8dddd27f303" providerId="ADAL" clId="{98AAE759-444B-4990-BB82-3F7FEDB23A6F}" dt="2026-04-15T08:06:31.656" v="975" actId="208"/>
          <ac:spMkLst>
            <pc:docMk/>
            <pc:sldMk cId="921368017" sldId="257"/>
            <ac:spMk id="22" creationId="{8A08F355-3200-790E-F4EE-9E38FB1CBBF2}"/>
          </ac:spMkLst>
        </pc:spChg>
        <pc:spChg chg="mod">
          <ac:chgData name="Dutta, Abhishek" userId="13ad01cd-c887-4cdd-953a-b8dddd27f303" providerId="ADAL" clId="{98AAE759-444B-4990-BB82-3F7FEDB23A6F}" dt="2026-04-15T09:42:16.300" v="1312" actId="14100"/>
          <ac:spMkLst>
            <pc:docMk/>
            <pc:sldMk cId="921368017" sldId="257"/>
            <ac:spMk id="25" creationId="{3D823E7A-76F3-B406-EF80-19E91BDAC54A}"/>
          </ac:spMkLst>
        </pc:spChg>
        <pc:spChg chg="del mod">
          <ac:chgData name="Dutta, Abhishek" userId="13ad01cd-c887-4cdd-953a-b8dddd27f303" providerId="ADAL" clId="{98AAE759-444B-4990-BB82-3F7FEDB23A6F}" dt="2026-04-15T05:53:35.081" v="385" actId="478"/>
          <ac:spMkLst>
            <pc:docMk/>
            <pc:sldMk cId="921368017" sldId="257"/>
            <ac:spMk id="26" creationId="{A03DDEE5-83D7-EE57-535D-FE2CC15FD680}"/>
          </ac:spMkLst>
        </pc:spChg>
        <pc:spChg chg="del mod ord">
          <ac:chgData name="Dutta, Abhishek" userId="13ad01cd-c887-4cdd-953a-b8dddd27f303" providerId="ADAL" clId="{98AAE759-444B-4990-BB82-3F7FEDB23A6F}" dt="2026-04-15T06:56:36.495" v="504" actId="478"/>
          <ac:spMkLst>
            <pc:docMk/>
            <pc:sldMk cId="921368017" sldId="257"/>
            <ac:spMk id="27" creationId="{2532B740-DB1E-FFEA-1C8F-E10667F99598}"/>
          </ac:spMkLst>
        </pc:spChg>
        <pc:spChg chg="mod">
          <ac:chgData name="Dutta, Abhishek" userId="13ad01cd-c887-4cdd-953a-b8dddd27f303" providerId="ADAL" clId="{98AAE759-444B-4990-BB82-3F7FEDB23A6F}" dt="2026-04-15T08:10:19.058" v="1019" actId="14100"/>
          <ac:spMkLst>
            <pc:docMk/>
            <pc:sldMk cId="921368017" sldId="257"/>
            <ac:spMk id="28" creationId="{4575D791-E608-C96B-84C4-E84E165FBC27}"/>
          </ac:spMkLst>
        </pc:spChg>
        <pc:spChg chg="mod">
          <ac:chgData name="Dutta, Abhishek" userId="13ad01cd-c887-4cdd-953a-b8dddd27f303" providerId="ADAL" clId="{98AAE759-444B-4990-BB82-3F7FEDB23A6F}" dt="2026-04-15T08:12:00.395" v="1031" actId="207"/>
          <ac:spMkLst>
            <pc:docMk/>
            <pc:sldMk cId="921368017" sldId="257"/>
            <ac:spMk id="29" creationId="{10598856-B6E8-9BEF-E368-003431A67AAF}"/>
          </ac:spMkLst>
        </pc:spChg>
        <pc:spChg chg="mod">
          <ac:chgData name="Dutta, Abhishek" userId="13ad01cd-c887-4cdd-953a-b8dddd27f303" providerId="ADAL" clId="{98AAE759-444B-4990-BB82-3F7FEDB23A6F}" dt="2026-04-15T07:58:49.316" v="843" actId="1076"/>
          <ac:spMkLst>
            <pc:docMk/>
            <pc:sldMk cId="921368017" sldId="257"/>
            <ac:spMk id="30" creationId="{461D87A5-3095-5B8E-AF07-25250189203F}"/>
          </ac:spMkLst>
        </pc:spChg>
        <pc:spChg chg="mod topLvl">
          <ac:chgData name="Dutta, Abhishek" userId="13ad01cd-c887-4cdd-953a-b8dddd27f303" providerId="ADAL" clId="{98AAE759-444B-4990-BB82-3F7FEDB23A6F}" dt="2026-04-15T08:07:46.101" v="987" actId="208"/>
          <ac:spMkLst>
            <pc:docMk/>
            <pc:sldMk cId="921368017" sldId="257"/>
            <ac:spMk id="31" creationId="{2F23712F-2203-75B5-53D0-CEF0C8A429F9}"/>
          </ac:spMkLst>
        </pc:spChg>
        <pc:spChg chg="mod topLvl">
          <ac:chgData name="Dutta, Abhishek" userId="13ad01cd-c887-4cdd-953a-b8dddd27f303" providerId="ADAL" clId="{98AAE759-444B-4990-BB82-3F7FEDB23A6F}" dt="2026-04-15T08:11:58.400" v="1030" actId="207"/>
          <ac:spMkLst>
            <pc:docMk/>
            <pc:sldMk cId="921368017" sldId="257"/>
            <ac:spMk id="32" creationId="{4B66EAAA-E75F-8F30-8F2D-6B8C299A4DAB}"/>
          </ac:spMkLst>
        </pc:spChg>
        <pc:spChg chg="mod topLvl">
          <ac:chgData name="Dutta, Abhishek" userId="13ad01cd-c887-4cdd-953a-b8dddd27f303" providerId="ADAL" clId="{98AAE759-444B-4990-BB82-3F7FEDB23A6F}" dt="2026-04-15T07:59:26.586" v="846" actId="1076"/>
          <ac:spMkLst>
            <pc:docMk/>
            <pc:sldMk cId="921368017" sldId="257"/>
            <ac:spMk id="33" creationId="{804921CB-BD43-7B07-1E73-581A59221CAE}"/>
          </ac:spMkLst>
        </pc:spChg>
        <pc:spChg chg="mod topLvl">
          <ac:chgData name="Dutta, Abhishek" userId="13ad01cd-c887-4cdd-953a-b8dddd27f303" providerId="ADAL" clId="{98AAE759-444B-4990-BB82-3F7FEDB23A6F}" dt="2026-04-15T08:07:57.558" v="990" actId="208"/>
          <ac:spMkLst>
            <pc:docMk/>
            <pc:sldMk cId="921368017" sldId="257"/>
            <ac:spMk id="34" creationId="{60FEACB1-567E-BC37-6D19-D30FCEC07D2B}"/>
          </ac:spMkLst>
        </pc:spChg>
        <pc:spChg chg="mod topLvl">
          <ac:chgData name="Dutta, Abhishek" userId="13ad01cd-c887-4cdd-953a-b8dddd27f303" providerId="ADAL" clId="{98AAE759-444B-4990-BB82-3F7FEDB23A6F}" dt="2026-04-15T08:11:51.906" v="1029" actId="207"/>
          <ac:spMkLst>
            <pc:docMk/>
            <pc:sldMk cId="921368017" sldId="257"/>
            <ac:spMk id="35" creationId="{9DFAC0A4-2DE0-C3C5-E2D3-31453E4A503F}"/>
          </ac:spMkLst>
        </pc:spChg>
        <pc:spChg chg="mod topLvl">
          <ac:chgData name="Dutta, Abhishek" userId="13ad01cd-c887-4cdd-953a-b8dddd27f303" providerId="ADAL" clId="{98AAE759-444B-4990-BB82-3F7FEDB23A6F}" dt="2026-04-15T08:07:51.570" v="989" actId="208"/>
          <ac:spMkLst>
            <pc:docMk/>
            <pc:sldMk cId="921368017" sldId="257"/>
            <ac:spMk id="36" creationId="{F311EC6D-C2CB-C0EB-19A6-BAEC8631BF83}"/>
          </ac:spMkLst>
        </pc:spChg>
        <pc:spChg chg="mod">
          <ac:chgData name="Dutta, Abhishek" userId="13ad01cd-c887-4cdd-953a-b8dddd27f303" providerId="ADAL" clId="{98AAE759-444B-4990-BB82-3F7FEDB23A6F}" dt="2026-04-15T07:29:52.697" v="588" actId="164"/>
          <ac:spMkLst>
            <pc:docMk/>
            <pc:sldMk cId="921368017" sldId="257"/>
            <ac:spMk id="37" creationId="{B07EF50E-1C04-486A-44D0-B23B77EBB7B7}"/>
          </ac:spMkLst>
        </pc:spChg>
        <pc:spChg chg="mod">
          <ac:chgData name="Dutta, Abhishek" userId="13ad01cd-c887-4cdd-953a-b8dddd27f303" providerId="ADAL" clId="{98AAE759-444B-4990-BB82-3F7FEDB23A6F}" dt="2026-04-15T07:29:52.697" v="588" actId="164"/>
          <ac:spMkLst>
            <pc:docMk/>
            <pc:sldMk cId="921368017" sldId="257"/>
            <ac:spMk id="38" creationId="{F94CF614-6C50-4037-19BF-AFEF49A115D0}"/>
          </ac:spMkLst>
        </pc:spChg>
        <pc:spChg chg="mod">
          <ac:chgData name="Dutta, Abhishek" userId="13ad01cd-c887-4cdd-953a-b8dddd27f303" providerId="ADAL" clId="{98AAE759-444B-4990-BB82-3F7FEDB23A6F}" dt="2026-04-15T07:29:52.697" v="588" actId="164"/>
          <ac:spMkLst>
            <pc:docMk/>
            <pc:sldMk cId="921368017" sldId="257"/>
            <ac:spMk id="39" creationId="{FF3FCC99-6A6D-6826-ACF5-803513E4A679}"/>
          </ac:spMkLst>
        </pc:spChg>
        <pc:spChg chg="mod">
          <ac:chgData name="Dutta, Abhishek" userId="13ad01cd-c887-4cdd-953a-b8dddd27f303" providerId="ADAL" clId="{98AAE759-444B-4990-BB82-3F7FEDB23A6F}" dt="2026-04-15T08:08:06.716" v="992" actId="208"/>
          <ac:spMkLst>
            <pc:docMk/>
            <pc:sldMk cId="921368017" sldId="257"/>
            <ac:spMk id="40" creationId="{796EF009-FB71-8F27-2612-9A6E4CB5B444}"/>
          </ac:spMkLst>
        </pc:spChg>
        <pc:spChg chg="mod">
          <ac:chgData name="Dutta, Abhishek" userId="13ad01cd-c887-4cdd-953a-b8dddd27f303" providerId="ADAL" clId="{98AAE759-444B-4990-BB82-3F7FEDB23A6F}" dt="2026-04-15T08:12:02.508" v="1032" actId="207"/>
          <ac:spMkLst>
            <pc:docMk/>
            <pc:sldMk cId="921368017" sldId="257"/>
            <ac:spMk id="41" creationId="{0E4A5938-6E77-5A67-8C5E-A3C3E54AD141}"/>
          </ac:spMkLst>
        </pc:spChg>
        <pc:spChg chg="mod">
          <ac:chgData name="Dutta, Abhishek" userId="13ad01cd-c887-4cdd-953a-b8dddd27f303" providerId="ADAL" clId="{98AAE759-444B-4990-BB82-3F7FEDB23A6F}" dt="2026-04-15T07:55:15.152" v="820" actId="1076"/>
          <ac:spMkLst>
            <pc:docMk/>
            <pc:sldMk cId="921368017" sldId="257"/>
            <ac:spMk id="42" creationId="{9EA24CBE-AA4A-C04E-8511-1E5BF71567F5}"/>
          </ac:spMkLst>
        </pc:spChg>
        <pc:spChg chg="mod topLvl">
          <ac:chgData name="Dutta, Abhishek" userId="13ad01cd-c887-4cdd-953a-b8dddd27f303" providerId="ADAL" clId="{98AAE759-444B-4990-BB82-3F7FEDB23A6F}" dt="2026-04-15T08:07:30.206" v="983" actId="208"/>
          <ac:spMkLst>
            <pc:docMk/>
            <pc:sldMk cId="921368017" sldId="257"/>
            <ac:spMk id="43" creationId="{3250ACCE-E84C-06A4-190B-3ECD042F9185}"/>
          </ac:spMkLst>
        </pc:spChg>
        <pc:spChg chg="mod topLvl">
          <ac:chgData name="Dutta, Abhishek" userId="13ad01cd-c887-4cdd-953a-b8dddd27f303" providerId="ADAL" clId="{98AAE759-444B-4990-BB82-3F7FEDB23A6F}" dt="2026-04-15T08:12:48.913" v="1038" actId="207"/>
          <ac:spMkLst>
            <pc:docMk/>
            <pc:sldMk cId="921368017" sldId="257"/>
            <ac:spMk id="44" creationId="{0F558B56-B82E-7A28-05DB-169C1930B965}"/>
          </ac:spMkLst>
        </pc:spChg>
        <pc:spChg chg="mod topLvl">
          <ac:chgData name="Dutta, Abhishek" userId="13ad01cd-c887-4cdd-953a-b8dddd27f303" providerId="ADAL" clId="{98AAE759-444B-4990-BB82-3F7FEDB23A6F}" dt="2026-04-15T09:43:50.508" v="1340" actId="120"/>
          <ac:spMkLst>
            <pc:docMk/>
            <pc:sldMk cId="921368017" sldId="257"/>
            <ac:spMk id="45" creationId="{7EC51325-F855-0601-E508-4821952DD97D}"/>
          </ac:spMkLst>
        </pc:spChg>
        <pc:spChg chg="mod topLvl">
          <ac:chgData name="Dutta, Abhishek" userId="13ad01cd-c887-4cdd-953a-b8dddd27f303" providerId="ADAL" clId="{98AAE759-444B-4990-BB82-3F7FEDB23A6F}" dt="2026-04-15T08:09:29.192" v="1012" actId="208"/>
          <ac:spMkLst>
            <pc:docMk/>
            <pc:sldMk cId="921368017" sldId="257"/>
            <ac:spMk id="46" creationId="{E5A24F90-4AA6-8B24-D018-FDED8AA8E597}"/>
          </ac:spMkLst>
        </pc:spChg>
        <pc:spChg chg="mod topLvl">
          <ac:chgData name="Dutta, Abhishek" userId="13ad01cd-c887-4cdd-953a-b8dddd27f303" providerId="ADAL" clId="{98AAE759-444B-4990-BB82-3F7FEDB23A6F}" dt="2026-04-15T08:00:12.244" v="857" actId="20577"/>
          <ac:spMkLst>
            <pc:docMk/>
            <pc:sldMk cId="921368017" sldId="257"/>
            <ac:spMk id="47" creationId="{D7E7CD1E-FAED-407E-430D-0F4CE250F7CD}"/>
          </ac:spMkLst>
        </pc:spChg>
        <pc:spChg chg="mod topLvl">
          <ac:chgData name="Dutta, Abhishek" userId="13ad01cd-c887-4cdd-953a-b8dddd27f303" providerId="ADAL" clId="{98AAE759-444B-4990-BB82-3F7FEDB23A6F}" dt="2026-04-15T09:44:04.680" v="1344" actId="1076"/>
          <ac:spMkLst>
            <pc:docMk/>
            <pc:sldMk cId="921368017" sldId="257"/>
            <ac:spMk id="48" creationId="{45A83ACA-45C6-4A9D-CE3B-1739FB5E5086}"/>
          </ac:spMkLst>
        </pc:spChg>
        <pc:spChg chg="mod topLvl">
          <ac:chgData name="Dutta, Abhishek" userId="13ad01cd-c887-4cdd-953a-b8dddd27f303" providerId="ADAL" clId="{98AAE759-444B-4990-BB82-3F7FEDB23A6F}" dt="2026-04-15T09:27:37.731" v="1080" actId="164"/>
          <ac:spMkLst>
            <pc:docMk/>
            <pc:sldMk cId="921368017" sldId="257"/>
            <ac:spMk id="49" creationId="{09B59C6B-BA2F-42CE-4592-8F819013EEA4}"/>
          </ac:spMkLst>
        </pc:spChg>
        <pc:spChg chg="mod topLvl">
          <ac:chgData name="Dutta, Abhishek" userId="13ad01cd-c887-4cdd-953a-b8dddd27f303" providerId="ADAL" clId="{98AAE759-444B-4990-BB82-3F7FEDB23A6F}" dt="2026-04-15T09:38:19.487" v="1275" actId="207"/>
          <ac:spMkLst>
            <pc:docMk/>
            <pc:sldMk cId="921368017" sldId="257"/>
            <ac:spMk id="50" creationId="{AB2D51EF-253C-3444-3589-71F801C321B4}"/>
          </ac:spMkLst>
        </pc:spChg>
        <pc:spChg chg="mod">
          <ac:chgData name="Dutta, Abhishek" userId="13ad01cd-c887-4cdd-953a-b8dddd27f303" providerId="ADAL" clId="{98AAE759-444B-4990-BB82-3F7FEDB23A6F}" dt="2026-04-15T09:27:37.731" v="1080" actId="164"/>
          <ac:spMkLst>
            <pc:docMk/>
            <pc:sldMk cId="921368017" sldId="257"/>
            <ac:spMk id="51" creationId="{754E6D79-225D-7ACE-EDF5-90C7DE5348B1}"/>
          </ac:spMkLst>
        </pc:spChg>
        <pc:spChg chg="mod topLvl">
          <ac:chgData name="Dutta, Abhishek" userId="13ad01cd-c887-4cdd-953a-b8dddd27f303" providerId="ADAL" clId="{98AAE759-444B-4990-BB82-3F7FEDB23A6F}" dt="2026-04-15T09:29:24.953" v="1133" actId="14100"/>
          <ac:spMkLst>
            <pc:docMk/>
            <pc:sldMk cId="921368017" sldId="257"/>
            <ac:spMk id="52" creationId="{8D8235ED-10F4-2A7E-222B-FC3A351D4D8E}"/>
          </ac:spMkLst>
        </pc:spChg>
        <pc:spChg chg="mod">
          <ac:chgData name="Dutta, Abhishek" userId="13ad01cd-c887-4cdd-953a-b8dddd27f303" providerId="ADAL" clId="{98AAE759-444B-4990-BB82-3F7FEDB23A6F}" dt="2026-04-15T09:38:15.893" v="1274" actId="207"/>
          <ac:spMkLst>
            <pc:docMk/>
            <pc:sldMk cId="921368017" sldId="257"/>
            <ac:spMk id="53" creationId="{EB9BCFD4-655D-3EDC-D28A-A170E8552A24}"/>
          </ac:spMkLst>
        </pc:spChg>
        <pc:spChg chg="mod topLvl">
          <ac:chgData name="Dutta, Abhishek" userId="13ad01cd-c887-4cdd-953a-b8dddd27f303" providerId="ADAL" clId="{98AAE759-444B-4990-BB82-3F7FEDB23A6F}" dt="2026-04-15T09:29:16.093" v="1132" actId="1076"/>
          <ac:spMkLst>
            <pc:docMk/>
            <pc:sldMk cId="921368017" sldId="257"/>
            <ac:spMk id="54" creationId="{B2C83B10-8F8E-6FCB-3CF5-7F8A08ED9DB1}"/>
          </ac:spMkLst>
        </pc:spChg>
        <pc:spChg chg="mod topLvl">
          <ac:chgData name="Dutta, Abhishek" userId="13ad01cd-c887-4cdd-953a-b8dddd27f303" providerId="ADAL" clId="{98AAE759-444B-4990-BB82-3F7FEDB23A6F}" dt="2026-04-15T09:26:30.073" v="1060" actId="164"/>
          <ac:spMkLst>
            <pc:docMk/>
            <pc:sldMk cId="921368017" sldId="257"/>
            <ac:spMk id="55" creationId="{B6CB42EF-F247-A891-AE99-36854317AA72}"/>
          </ac:spMkLst>
        </pc:spChg>
        <pc:spChg chg="mod topLvl">
          <ac:chgData name="Dutta, Abhishek" userId="13ad01cd-c887-4cdd-953a-b8dddd27f303" providerId="ADAL" clId="{98AAE759-444B-4990-BB82-3F7FEDB23A6F}" dt="2026-04-15T09:38:22.625" v="1276" actId="207"/>
          <ac:spMkLst>
            <pc:docMk/>
            <pc:sldMk cId="921368017" sldId="257"/>
            <ac:spMk id="56" creationId="{74F8BEC2-DBE7-85AC-74EC-C58FDE0171AE}"/>
          </ac:spMkLst>
        </pc:spChg>
        <pc:spChg chg="mod topLvl">
          <ac:chgData name="Dutta, Abhishek" userId="13ad01cd-c887-4cdd-953a-b8dddd27f303" providerId="ADAL" clId="{98AAE759-444B-4990-BB82-3F7FEDB23A6F}" dt="2026-04-15T09:26:30.073" v="1060" actId="164"/>
          <ac:spMkLst>
            <pc:docMk/>
            <pc:sldMk cId="921368017" sldId="257"/>
            <ac:spMk id="57" creationId="{51C72518-3D90-8FEE-E027-499A7BC19CA6}"/>
          </ac:spMkLst>
        </pc:spChg>
        <pc:spChg chg="mod">
          <ac:chgData name="Dutta, Abhishek" userId="13ad01cd-c887-4cdd-953a-b8dddd27f303" providerId="ADAL" clId="{98AAE759-444B-4990-BB82-3F7FEDB23A6F}" dt="2026-04-15T08:07:07.636" v="981" actId="207"/>
          <ac:spMkLst>
            <pc:docMk/>
            <pc:sldMk cId="921368017" sldId="257"/>
            <ac:spMk id="70" creationId="{EB3FDF68-4B3C-1CEE-B7F9-F8FD96CDAB8F}"/>
          </ac:spMkLst>
        </pc:spChg>
        <pc:spChg chg="add mod">
          <ac:chgData name="Dutta, Abhishek" userId="13ad01cd-c887-4cdd-953a-b8dddd27f303" providerId="ADAL" clId="{98AAE759-444B-4990-BB82-3F7FEDB23A6F}" dt="2026-04-15T08:14:07.205" v="1044" actId="207"/>
          <ac:spMkLst>
            <pc:docMk/>
            <pc:sldMk cId="921368017" sldId="257"/>
            <ac:spMk id="80" creationId="{7837AE34-66B1-9220-B948-F200A0775C81}"/>
          </ac:spMkLst>
        </pc:spChg>
        <pc:spChg chg="add mod">
          <ac:chgData name="Dutta, Abhishek" userId="13ad01cd-c887-4cdd-953a-b8dddd27f303" providerId="ADAL" clId="{98AAE759-444B-4990-BB82-3F7FEDB23A6F}" dt="2026-04-15T08:14:42.131" v="1050" actId="1076"/>
          <ac:spMkLst>
            <pc:docMk/>
            <pc:sldMk cId="921368017" sldId="257"/>
            <ac:spMk id="81" creationId="{63CE3C0E-7437-EE29-08D5-A543C63EA397}"/>
          </ac:spMkLst>
        </pc:spChg>
        <pc:spChg chg="add mod ord">
          <ac:chgData name="Dutta, Abhishek" userId="13ad01cd-c887-4cdd-953a-b8dddd27f303" providerId="ADAL" clId="{98AAE759-444B-4990-BB82-3F7FEDB23A6F}" dt="2026-04-15T09:41:56.707" v="1309" actId="14100"/>
          <ac:spMkLst>
            <pc:docMk/>
            <pc:sldMk cId="921368017" sldId="257"/>
            <ac:spMk id="100" creationId="{0675536C-844D-0CD5-2827-F444B9A3604C}"/>
          </ac:spMkLst>
        </pc:spChg>
        <pc:spChg chg="add mod ord">
          <ac:chgData name="Dutta, Abhishek" userId="13ad01cd-c887-4cdd-953a-b8dddd27f303" providerId="ADAL" clId="{98AAE759-444B-4990-BB82-3F7FEDB23A6F}" dt="2026-04-15T09:44:54.040" v="1350" actId="1076"/>
          <ac:spMkLst>
            <pc:docMk/>
            <pc:sldMk cId="921368017" sldId="257"/>
            <ac:spMk id="132" creationId="{703AA0FA-D102-6ECA-B2D1-D5521096E2A2}"/>
          </ac:spMkLst>
        </pc:spChg>
        <pc:spChg chg="add mod">
          <ac:chgData name="Dutta, Abhishek" userId="13ad01cd-c887-4cdd-953a-b8dddd27f303" providerId="ADAL" clId="{98AAE759-444B-4990-BB82-3F7FEDB23A6F}" dt="2026-04-15T08:08:25.726" v="995" actId="115"/>
          <ac:spMkLst>
            <pc:docMk/>
            <pc:sldMk cId="921368017" sldId="257"/>
            <ac:spMk id="133" creationId="{C1FBE288-009D-26B6-9FD5-0BEA97A7CAC5}"/>
          </ac:spMkLst>
        </pc:spChg>
        <pc:spChg chg="add mod">
          <ac:chgData name="Dutta, Abhishek" userId="13ad01cd-c887-4cdd-953a-b8dddd27f303" providerId="ADAL" clId="{98AAE759-444B-4990-BB82-3F7FEDB23A6F}" dt="2026-04-15T08:12:05.346" v="1034" actId="571"/>
          <ac:spMkLst>
            <pc:docMk/>
            <pc:sldMk cId="921368017" sldId="257"/>
            <ac:spMk id="136" creationId="{870C6B24-702B-BFCE-7FA9-3204E824813D}"/>
          </ac:spMkLst>
        </pc:spChg>
        <pc:spChg chg="mod">
          <ac:chgData name="Dutta, Abhishek" userId="13ad01cd-c887-4cdd-953a-b8dddd27f303" providerId="ADAL" clId="{98AAE759-444B-4990-BB82-3F7FEDB23A6F}" dt="2026-04-15T09:28:38.363" v="1094"/>
          <ac:spMkLst>
            <pc:docMk/>
            <pc:sldMk cId="921368017" sldId="257"/>
            <ac:spMk id="142" creationId="{CAA6E88D-19D3-88D3-75B3-1F63D89E59AE}"/>
          </ac:spMkLst>
        </pc:spChg>
        <pc:spChg chg="mod">
          <ac:chgData name="Dutta, Abhishek" userId="13ad01cd-c887-4cdd-953a-b8dddd27f303" providerId="ADAL" clId="{98AAE759-444B-4990-BB82-3F7FEDB23A6F}" dt="2026-04-15T09:40:55.577" v="1304" actId="1076"/>
          <ac:spMkLst>
            <pc:docMk/>
            <pc:sldMk cId="921368017" sldId="257"/>
            <ac:spMk id="143" creationId="{095A5EBE-DB0A-3C30-D9B0-47C31033B4B1}"/>
          </ac:spMkLst>
        </pc:spChg>
        <pc:spChg chg="add mod ord">
          <ac:chgData name="Dutta, Abhishek" userId="13ad01cd-c887-4cdd-953a-b8dddd27f303" providerId="ADAL" clId="{98AAE759-444B-4990-BB82-3F7FEDB23A6F}" dt="2026-04-15T09:41:08.853" v="1306" actId="164"/>
          <ac:spMkLst>
            <pc:docMk/>
            <pc:sldMk cId="921368017" sldId="257"/>
            <ac:spMk id="144" creationId="{7AC9C25D-095E-38FE-3BE0-6A9A5C348ECC}"/>
          </ac:spMkLst>
        </pc:spChg>
        <pc:spChg chg="add mod">
          <ac:chgData name="Dutta, Abhishek" userId="13ad01cd-c887-4cdd-953a-b8dddd27f303" providerId="ADAL" clId="{98AAE759-444B-4990-BB82-3F7FEDB23A6F}" dt="2026-04-15T09:29:28.443" v="1134"/>
          <ac:spMkLst>
            <pc:docMk/>
            <pc:sldMk cId="921368017" sldId="257"/>
            <ac:spMk id="145" creationId="{5D4D9274-D558-CACB-3AEB-C78E3A657090}"/>
          </ac:spMkLst>
        </pc:spChg>
        <pc:spChg chg="mod">
          <ac:chgData name="Dutta, Abhishek" userId="13ad01cd-c887-4cdd-953a-b8dddd27f303" providerId="ADAL" clId="{98AAE759-444B-4990-BB82-3F7FEDB23A6F}" dt="2026-04-15T09:34:59.931" v="1210"/>
          <ac:spMkLst>
            <pc:docMk/>
            <pc:sldMk cId="921368017" sldId="257"/>
            <ac:spMk id="147" creationId="{E2EFE25E-5D1E-B583-938D-26667D650AE6}"/>
          </ac:spMkLst>
        </pc:spChg>
        <pc:spChg chg="mod">
          <ac:chgData name="Dutta, Abhishek" userId="13ad01cd-c887-4cdd-953a-b8dddd27f303" providerId="ADAL" clId="{98AAE759-444B-4990-BB82-3F7FEDB23A6F}" dt="2026-04-15T09:34:59.931" v="1210"/>
          <ac:spMkLst>
            <pc:docMk/>
            <pc:sldMk cId="921368017" sldId="257"/>
            <ac:spMk id="148" creationId="{B1AE7FC1-5679-DEE7-DC89-494EBE8C7B75}"/>
          </ac:spMkLst>
        </pc:spChg>
        <pc:spChg chg="mod">
          <ac:chgData name="Dutta, Abhishek" userId="13ad01cd-c887-4cdd-953a-b8dddd27f303" providerId="ADAL" clId="{98AAE759-444B-4990-BB82-3F7FEDB23A6F}" dt="2026-04-15T09:35:05.663" v="1228" actId="20577"/>
          <ac:spMkLst>
            <pc:docMk/>
            <pc:sldMk cId="921368017" sldId="257"/>
            <ac:spMk id="149" creationId="{BC5A6CBD-4720-E686-0E53-7F17A0A0E7B7}"/>
          </ac:spMkLst>
        </pc:spChg>
        <pc:spChg chg="add mod">
          <ac:chgData name="Dutta, Abhishek" userId="13ad01cd-c887-4cdd-953a-b8dddd27f303" providerId="ADAL" clId="{98AAE759-444B-4990-BB82-3F7FEDB23A6F}" dt="2026-04-15T09:41:08.853" v="1306" actId="164"/>
          <ac:spMkLst>
            <pc:docMk/>
            <pc:sldMk cId="921368017" sldId="257"/>
            <ac:spMk id="150" creationId="{B9B345FB-CBBE-A8E6-219D-43DBC1170C43}"/>
          </ac:spMkLst>
        </pc:spChg>
        <pc:spChg chg="add mod">
          <ac:chgData name="Dutta, Abhishek" userId="13ad01cd-c887-4cdd-953a-b8dddd27f303" providerId="ADAL" clId="{98AAE759-444B-4990-BB82-3F7FEDB23A6F}" dt="2026-04-15T09:41:08.853" v="1306" actId="164"/>
          <ac:spMkLst>
            <pc:docMk/>
            <pc:sldMk cId="921368017" sldId="257"/>
            <ac:spMk id="151" creationId="{14CD2110-1EB2-5A32-909F-E702A46B2489}"/>
          </ac:spMkLst>
        </pc:spChg>
        <pc:spChg chg="add mod">
          <ac:chgData name="Dutta, Abhishek" userId="13ad01cd-c887-4cdd-953a-b8dddd27f303" providerId="ADAL" clId="{98AAE759-444B-4990-BB82-3F7FEDB23A6F}" dt="2026-04-15T09:41:08.853" v="1306" actId="164"/>
          <ac:spMkLst>
            <pc:docMk/>
            <pc:sldMk cId="921368017" sldId="257"/>
            <ac:spMk id="154" creationId="{BA9CFEED-A201-0102-C2FE-BFD28AB11143}"/>
          </ac:spMkLst>
        </pc:spChg>
        <pc:grpChg chg="mod topLvl">
          <ac:chgData name="Dutta, Abhishek" userId="13ad01cd-c887-4cdd-953a-b8dddd27f303" providerId="ADAL" clId="{98AAE759-444B-4990-BB82-3F7FEDB23A6F}" dt="2026-04-15T06:02:41.834" v="457" actId="1076"/>
          <ac:grpSpMkLst>
            <pc:docMk/>
            <pc:sldMk cId="921368017" sldId="257"/>
            <ac:grpSpMk id="59" creationId="{E6BD983F-2C4B-9F69-EDDE-00356502D45E}"/>
          </ac:grpSpMkLst>
        </pc:grpChg>
        <pc:grpChg chg="add del mod">
          <ac:chgData name="Dutta, Abhishek" userId="13ad01cd-c887-4cdd-953a-b8dddd27f303" providerId="ADAL" clId="{98AAE759-444B-4990-BB82-3F7FEDB23A6F}" dt="2026-04-15T07:56:21.720" v="837" actId="165"/>
          <ac:grpSpMkLst>
            <pc:docMk/>
            <pc:sldMk cId="921368017" sldId="257"/>
            <ac:grpSpMk id="61" creationId="{3ED20DFC-D38E-30FA-D1FA-0053B2C19D65}"/>
          </ac:grpSpMkLst>
        </pc:grpChg>
        <pc:grpChg chg="mod">
          <ac:chgData name="Dutta, Abhishek" userId="13ad01cd-c887-4cdd-953a-b8dddd27f303" providerId="ADAL" clId="{98AAE759-444B-4990-BB82-3F7FEDB23A6F}" dt="2026-04-15T05:55:48.685" v="408" actId="14100"/>
          <ac:grpSpMkLst>
            <pc:docMk/>
            <pc:sldMk cId="921368017" sldId="257"/>
            <ac:grpSpMk id="63" creationId="{1685599B-C70B-20D1-128A-B018CE21415F}"/>
          </ac:grpSpMkLst>
        </pc:grpChg>
        <pc:grpChg chg="mod topLvl">
          <ac:chgData name="Dutta, Abhishek" userId="13ad01cd-c887-4cdd-953a-b8dddd27f303" providerId="ADAL" clId="{98AAE759-444B-4990-BB82-3F7FEDB23A6F}" dt="2026-04-15T06:03:34.050" v="460" actId="1076"/>
          <ac:grpSpMkLst>
            <pc:docMk/>
            <pc:sldMk cId="921368017" sldId="257"/>
            <ac:grpSpMk id="64" creationId="{543613E4-BD27-E76B-50E5-4F4F0219D50F}"/>
          </ac:grpSpMkLst>
        </pc:grpChg>
        <pc:grpChg chg="add del mod">
          <ac:chgData name="Dutta, Abhishek" userId="13ad01cd-c887-4cdd-953a-b8dddd27f303" providerId="ADAL" clId="{98AAE759-444B-4990-BB82-3F7FEDB23A6F}" dt="2026-04-15T07:56:16.076" v="836" actId="165"/>
          <ac:grpSpMkLst>
            <pc:docMk/>
            <pc:sldMk cId="921368017" sldId="257"/>
            <ac:grpSpMk id="72" creationId="{3375F327-1301-B1C9-069E-6A5D9FC1020C}"/>
          </ac:grpSpMkLst>
        </pc:grpChg>
        <pc:grpChg chg="add del mod">
          <ac:chgData name="Dutta, Abhishek" userId="13ad01cd-c887-4cdd-953a-b8dddd27f303" providerId="ADAL" clId="{98AAE759-444B-4990-BB82-3F7FEDB23A6F}" dt="2026-04-15T05:49:57.753" v="347" actId="478"/>
          <ac:grpSpMkLst>
            <pc:docMk/>
            <pc:sldMk cId="921368017" sldId="257"/>
            <ac:grpSpMk id="73" creationId="{26075819-2976-59AD-D3CE-5F50EC642412}"/>
          </ac:grpSpMkLst>
        </pc:grpChg>
        <pc:grpChg chg="add del mod">
          <ac:chgData name="Dutta, Abhishek" userId="13ad01cd-c887-4cdd-953a-b8dddd27f303" providerId="ADAL" clId="{98AAE759-444B-4990-BB82-3F7FEDB23A6F}" dt="2026-04-15T05:50:08.621" v="350" actId="478"/>
          <ac:grpSpMkLst>
            <pc:docMk/>
            <pc:sldMk cId="921368017" sldId="257"/>
            <ac:grpSpMk id="74" creationId="{D46E9F90-2FAE-3A14-6EBA-CA9AEBD8833A}"/>
          </ac:grpSpMkLst>
        </pc:grpChg>
        <pc:grpChg chg="add del mod">
          <ac:chgData name="Dutta, Abhishek" userId="13ad01cd-c887-4cdd-953a-b8dddd27f303" providerId="ADAL" clId="{98AAE759-444B-4990-BB82-3F7FEDB23A6F}" dt="2026-04-15T06:10:49.128" v="490" actId="165"/>
          <ac:grpSpMkLst>
            <pc:docMk/>
            <pc:sldMk cId="921368017" sldId="257"/>
            <ac:grpSpMk id="76" creationId="{73C50AD4-DE03-99A1-3C3F-EFBA991465F8}"/>
          </ac:grpSpMkLst>
        </pc:grpChg>
        <pc:grpChg chg="add del mod">
          <ac:chgData name="Dutta, Abhishek" userId="13ad01cd-c887-4cdd-953a-b8dddd27f303" providerId="ADAL" clId="{98AAE759-444B-4990-BB82-3F7FEDB23A6F}" dt="2026-04-15T06:10:33.690" v="487" actId="165"/>
          <ac:grpSpMkLst>
            <pc:docMk/>
            <pc:sldMk cId="921368017" sldId="257"/>
            <ac:grpSpMk id="77" creationId="{B92C4566-7F6C-DE54-B491-187E6FBD9513}"/>
          </ac:grpSpMkLst>
        </pc:grpChg>
        <pc:grpChg chg="add del mod">
          <ac:chgData name="Dutta, Abhishek" userId="13ad01cd-c887-4cdd-953a-b8dddd27f303" providerId="ADAL" clId="{98AAE759-444B-4990-BB82-3F7FEDB23A6F}" dt="2026-04-15T06:56:36.495" v="504" actId="478"/>
          <ac:grpSpMkLst>
            <pc:docMk/>
            <pc:sldMk cId="921368017" sldId="257"/>
            <ac:grpSpMk id="78" creationId="{90B474E4-9EEA-FBFF-F773-8EDA99B35F5E}"/>
          </ac:grpSpMkLst>
        </pc:grpChg>
        <pc:grpChg chg="add mod">
          <ac:chgData name="Dutta, Abhishek" userId="13ad01cd-c887-4cdd-953a-b8dddd27f303" providerId="ADAL" clId="{98AAE759-444B-4990-BB82-3F7FEDB23A6F}" dt="2026-04-15T05:54:29.139" v="397"/>
          <ac:grpSpMkLst>
            <pc:docMk/>
            <pc:sldMk cId="921368017" sldId="257"/>
            <ac:grpSpMk id="82" creationId="{CFF44C34-5792-D7C1-8246-F1D45B49878E}"/>
          </ac:grpSpMkLst>
        </pc:grpChg>
        <pc:grpChg chg="add mod">
          <ac:chgData name="Dutta, Abhishek" userId="13ad01cd-c887-4cdd-953a-b8dddd27f303" providerId="ADAL" clId="{98AAE759-444B-4990-BB82-3F7FEDB23A6F}" dt="2026-04-15T05:57:17.369" v="428" actId="14100"/>
          <ac:grpSpMkLst>
            <pc:docMk/>
            <pc:sldMk cId="921368017" sldId="257"/>
            <ac:grpSpMk id="83" creationId="{887E908F-07B2-0C92-DC44-F0289F1F5888}"/>
          </ac:grpSpMkLst>
        </pc:grpChg>
        <pc:grpChg chg="mod">
          <ac:chgData name="Dutta, Abhishek" userId="13ad01cd-c887-4cdd-953a-b8dddd27f303" providerId="ADAL" clId="{98AAE759-444B-4990-BB82-3F7FEDB23A6F}" dt="2026-04-15T07:46:54.363" v="743" actId="1076"/>
          <ac:grpSpMkLst>
            <pc:docMk/>
            <pc:sldMk cId="921368017" sldId="257"/>
            <ac:grpSpMk id="95" creationId="{09622D12-63ED-007A-2C9B-34744BDDFDF6}"/>
          </ac:grpSpMkLst>
        </pc:grpChg>
        <pc:grpChg chg="add mod">
          <ac:chgData name="Dutta, Abhishek" userId="13ad01cd-c887-4cdd-953a-b8dddd27f303" providerId="ADAL" clId="{98AAE759-444B-4990-BB82-3F7FEDB23A6F}" dt="2026-04-15T08:10:37.526" v="1021" actId="1076"/>
          <ac:grpSpMkLst>
            <pc:docMk/>
            <pc:sldMk cId="921368017" sldId="257"/>
            <ac:grpSpMk id="97" creationId="{7537BEE0-EB96-039D-FAC0-1267D308FE1B}"/>
          </ac:grpSpMkLst>
        </pc:grpChg>
        <pc:grpChg chg="add mod">
          <ac:chgData name="Dutta, Abhishek" userId="13ad01cd-c887-4cdd-953a-b8dddd27f303" providerId="ADAL" clId="{98AAE759-444B-4990-BB82-3F7FEDB23A6F}" dt="2026-04-15T09:38:58.435" v="1281" actId="1076"/>
          <ac:grpSpMkLst>
            <pc:docMk/>
            <pc:sldMk cId="921368017" sldId="257"/>
            <ac:grpSpMk id="98" creationId="{59F83520-E432-60E5-7C90-FCA79261DCCC}"/>
          </ac:grpSpMkLst>
        </pc:grpChg>
        <pc:grpChg chg="add mod">
          <ac:chgData name="Dutta, Abhishek" userId="13ad01cd-c887-4cdd-953a-b8dddd27f303" providerId="ADAL" clId="{98AAE759-444B-4990-BB82-3F7FEDB23A6F}" dt="2026-04-15T09:39:06.509" v="1282" actId="1076"/>
          <ac:grpSpMkLst>
            <pc:docMk/>
            <pc:sldMk cId="921368017" sldId="257"/>
            <ac:grpSpMk id="99" creationId="{764C92C9-C2AA-AF53-313D-9C24978FC6FB}"/>
          </ac:grpSpMkLst>
        </pc:grpChg>
        <pc:grpChg chg="add del mod">
          <ac:chgData name="Dutta, Abhishek" userId="13ad01cd-c887-4cdd-953a-b8dddd27f303" providerId="ADAL" clId="{98AAE759-444B-4990-BB82-3F7FEDB23A6F}" dt="2026-04-15T07:35:38.717" v="634" actId="478"/>
          <ac:grpSpMkLst>
            <pc:docMk/>
            <pc:sldMk cId="921368017" sldId="257"/>
            <ac:grpSpMk id="104" creationId="{389303A1-F6E0-0A3C-B505-838BD33D0D1A}"/>
          </ac:grpSpMkLst>
        </pc:grpChg>
        <pc:grpChg chg="add mod">
          <ac:chgData name="Dutta, Abhishek" userId="13ad01cd-c887-4cdd-953a-b8dddd27f303" providerId="ADAL" clId="{98AAE759-444B-4990-BB82-3F7FEDB23A6F}" dt="2026-04-15T07:59:43.396" v="848" actId="1076"/>
          <ac:grpSpMkLst>
            <pc:docMk/>
            <pc:sldMk cId="921368017" sldId="257"/>
            <ac:grpSpMk id="124" creationId="{7648B93B-B0C5-91B3-8019-7C23164E28E0}"/>
          </ac:grpSpMkLst>
        </pc:grpChg>
        <pc:grpChg chg="add mod">
          <ac:chgData name="Dutta, Abhishek" userId="13ad01cd-c887-4cdd-953a-b8dddd27f303" providerId="ADAL" clId="{98AAE759-444B-4990-BB82-3F7FEDB23A6F}" dt="2026-04-15T09:26:53.183" v="1068" actId="1076"/>
          <ac:grpSpMkLst>
            <pc:docMk/>
            <pc:sldMk cId="921368017" sldId="257"/>
            <ac:grpSpMk id="137" creationId="{B2734A20-F9C3-0A5B-5E50-F59CA0A43297}"/>
          </ac:grpSpMkLst>
        </pc:grpChg>
        <pc:grpChg chg="add mod">
          <ac:chgData name="Dutta, Abhishek" userId="13ad01cd-c887-4cdd-953a-b8dddd27f303" providerId="ADAL" clId="{98AAE759-444B-4990-BB82-3F7FEDB23A6F}" dt="2026-04-15T09:27:51.263" v="1082" actId="1076"/>
          <ac:grpSpMkLst>
            <pc:docMk/>
            <pc:sldMk cId="921368017" sldId="257"/>
            <ac:grpSpMk id="138" creationId="{87E23DAE-E6E0-43D8-28F6-A259B5CADD76}"/>
          </ac:grpSpMkLst>
        </pc:grpChg>
        <pc:grpChg chg="add mod">
          <ac:chgData name="Dutta, Abhishek" userId="13ad01cd-c887-4cdd-953a-b8dddd27f303" providerId="ADAL" clId="{98AAE759-444B-4990-BB82-3F7FEDB23A6F}" dt="2026-04-15T09:27:53.248" v="1083" actId="1076"/>
          <ac:grpSpMkLst>
            <pc:docMk/>
            <pc:sldMk cId="921368017" sldId="257"/>
            <ac:grpSpMk id="139" creationId="{BC1EAF1F-C070-56F9-C304-CA45CD182755}"/>
          </ac:grpSpMkLst>
        </pc:grpChg>
        <pc:grpChg chg="add mod">
          <ac:chgData name="Dutta, Abhishek" userId="13ad01cd-c887-4cdd-953a-b8dddd27f303" providerId="ADAL" clId="{98AAE759-444B-4990-BB82-3F7FEDB23A6F}" dt="2026-04-15T09:28:08.633" v="1087" actId="1076"/>
          <ac:grpSpMkLst>
            <pc:docMk/>
            <pc:sldMk cId="921368017" sldId="257"/>
            <ac:grpSpMk id="140" creationId="{976B0C36-D2BD-E7B5-8DD1-F34632F4E087}"/>
          </ac:grpSpMkLst>
        </pc:grpChg>
        <pc:grpChg chg="add mod">
          <ac:chgData name="Dutta, Abhishek" userId="13ad01cd-c887-4cdd-953a-b8dddd27f303" providerId="ADAL" clId="{98AAE759-444B-4990-BB82-3F7FEDB23A6F}" dt="2026-04-15T09:41:08.853" v="1306" actId="164"/>
          <ac:grpSpMkLst>
            <pc:docMk/>
            <pc:sldMk cId="921368017" sldId="257"/>
            <ac:grpSpMk id="141" creationId="{E741E5DB-210D-5282-0F5F-797361660DB2}"/>
          </ac:grpSpMkLst>
        </pc:grpChg>
        <pc:grpChg chg="add mod">
          <ac:chgData name="Dutta, Abhishek" userId="13ad01cd-c887-4cdd-953a-b8dddd27f303" providerId="ADAL" clId="{98AAE759-444B-4990-BB82-3F7FEDB23A6F}" dt="2026-04-15T09:41:08.853" v="1306" actId="164"/>
          <ac:grpSpMkLst>
            <pc:docMk/>
            <pc:sldMk cId="921368017" sldId="257"/>
            <ac:grpSpMk id="146" creationId="{AAA2C0F9-C45D-3853-2B69-082D8AA76A79}"/>
          </ac:grpSpMkLst>
        </pc:grpChg>
        <pc:grpChg chg="add mod">
          <ac:chgData name="Dutta, Abhishek" userId="13ad01cd-c887-4cdd-953a-b8dddd27f303" providerId="ADAL" clId="{98AAE759-444B-4990-BB82-3F7FEDB23A6F}" dt="2026-04-15T09:41:12.505" v="1307" actId="1076"/>
          <ac:grpSpMkLst>
            <pc:docMk/>
            <pc:sldMk cId="921368017" sldId="257"/>
            <ac:grpSpMk id="169" creationId="{1302654D-BEA7-AC2D-33EF-67081D442CED}"/>
          </ac:grpSpMkLst>
        </pc:grpChg>
        <pc:graphicFrameChg chg="add mod">
          <ac:chgData name="Dutta, Abhishek" userId="13ad01cd-c887-4cdd-953a-b8dddd27f303" providerId="ADAL" clId="{98AAE759-444B-4990-BB82-3F7FEDB23A6F}" dt="2026-04-15T05:53:29.993" v="384"/>
          <ac:graphicFrameMkLst>
            <pc:docMk/>
            <pc:sldMk cId="921368017" sldId="257"/>
            <ac:graphicFrameMk id="84" creationId="{08CE89A1-245A-598C-B9DA-5EAA9CC0C2DA}"/>
          </ac:graphicFrameMkLst>
        </pc:graphicFrameChg>
        <pc:graphicFrameChg chg="add mod">
          <ac:chgData name="Dutta, Abhishek" userId="13ad01cd-c887-4cdd-953a-b8dddd27f303" providerId="ADAL" clId="{98AAE759-444B-4990-BB82-3F7FEDB23A6F}" dt="2026-04-15T05:54:12.280" v="393"/>
          <ac:graphicFrameMkLst>
            <pc:docMk/>
            <pc:sldMk cId="921368017" sldId="257"/>
            <ac:graphicFrameMk id="85" creationId="{933435A8-C16C-9714-954E-0ECDE66C5505}"/>
          </ac:graphicFrameMkLst>
        </pc:graphicFrameChg>
        <pc:graphicFrameChg chg="add mod">
          <ac:chgData name="Dutta, Abhishek" userId="13ad01cd-c887-4cdd-953a-b8dddd27f303" providerId="ADAL" clId="{98AAE759-444B-4990-BB82-3F7FEDB23A6F}" dt="2026-04-15T07:26:29.607" v="540"/>
          <ac:graphicFrameMkLst>
            <pc:docMk/>
            <pc:sldMk cId="921368017" sldId="257"/>
            <ac:graphicFrameMk id="101" creationId="{9DF3D432-04A4-E5DA-648A-46524F39187B}"/>
          </ac:graphicFrameMkLst>
        </pc:graphicFrameChg>
        <pc:graphicFrameChg chg="add mod">
          <ac:chgData name="Dutta, Abhishek" userId="13ad01cd-c887-4cdd-953a-b8dddd27f303" providerId="ADAL" clId="{98AAE759-444B-4990-BB82-3F7FEDB23A6F}" dt="2026-04-15T07:26:33.769" v="541"/>
          <ac:graphicFrameMkLst>
            <pc:docMk/>
            <pc:sldMk cId="921368017" sldId="257"/>
            <ac:graphicFrameMk id="102" creationId="{1BC78124-C27B-3E31-9491-06B872528F9A}"/>
          </ac:graphicFrameMkLst>
        </pc:graphicFrameChg>
        <pc:graphicFrameChg chg="add mod">
          <ac:chgData name="Dutta, Abhishek" userId="13ad01cd-c887-4cdd-953a-b8dddd27f303" providerId="ADAL" clId="{98AAE759-444B-4990-BB82-3F7FEDB23A6F}" dt="2026-04-15T07:28:54.694" v="561"/>
          <ac:graphicFrameMkLst>
            <pc:docMk/>
            <pc:sldMk cId="921368017" sldId="257"/>
            <ac:graphicFrameMk id="103" creationId="{B8CAF7BF-9497-D379-0A78-AE23DBE72E9B}"/>
          </ac:graphicFrameMkLst>
        </pc:graphicFrameChg>
        <pc:graphicFrameChg chg="add mod">
          <ac:chgData name="Dutta, Abhishek" userId="13ad01cd-c887-4cdd-953a-b8dddd27f303" providerId="ADAL" clId="{98AAE759-444B-4990-BB82-3F7FEDB23A6F}" dt="2026-04-15T07:39:10.617" v="694"/>
          <ac:graphicFrameMkLst>
            <pc:docMk/>
            <pc:sldMk cId="921368017" sldId="257"/>
            <ac:graphicFrameMk id="126" creationId="{ACA1BB8B-E3C1-FD03-9F6A-9C38ED346D97}"/>
          </ac:graphicFrameMkLst>
        </pc:graphicFrameChg>
        <pc:graphicFrameChg chg="add mod">
          <ac:chgData name="Dutta, Abhishek" userId="13ad01cd-c887-4cdd-953a-b8dddd27f303" providerId="ADAL" clId="{98AAE759-444B-4990-BB82-3F7FEDB23A6F}" dt="2026-04-15T09:34:50.930" v="1209"/>
          <ac:graphicFrameMkLst>
            <pc:docMk/>
            <pc:sldMk cId="921368017" sldId="257"/>
            <ac:graphicFrameMk id="153" creationId="{0C325B44-3145-F7D5-9451-BE5B898810C9}"/>
          </ac:graphicFrameMkLst>
        </pc:graphicFrameChg>
        <pc:graphicFrameChg chg="add mod">
          <ac:chgData name="Dutta, Abhishek" userId="13ad01cd-c887-4cdd-953a-b8dddd27f303" providerId="ADAL" clId="{98AAE759-444B-4990-BB82-3F7FEDB23A6F}" dt="2026-04-15T09:36:45.453" v="1250"/>
          <ac:graphicFrameMkLst>
            <pc:docMk/>
            <pc:sldMk cId="921368017" sldId="257"/>
            <ac:graphicFrameMk id="155" creationId="{D09B324E-D0B1-C3ED-E566-ED6F2EB147EB}"/>
          </ac:graphicFrameMkLst>
        </pc:graphicFrameChg>
        <pc:cxnChg chg="del mod">
          <ac:chgData name="Dutta, Abhishek" userId="13ad01cd-c887-4cdd-953a-b8dddd27f303" providerId="ADAL" clId="{98AAE759-444B-4990-BB82-3F7FEDB23A6F}" dt="2026-04-15T05:50:00.458" v="348" actId="478"/>
          <ac:cxnSpMkLst>
            <pc:docMk/>
            <pc:sldMk cId="921368017" sldId="257"/>
            <ac:cxnSpMk id="58" creationId="{24434803-6B38-4C3B-FDC1-5C7684B07147}"/>
          </ac:cxnSpMkLst>
        </pc:cxnChg>
        <pc:cxnChg chg="del">
          <ac:chgData name="Dutta, Abhishek" userId="13ad01cd-c887-4cdd-953a-b8dddd27f303" providerId="ADAL" clId="{98AAE759-444B-4990-BB82-3F7FEDB23A6F}" dt="2026-04-15T05:48:33.404" v="337" actId="478"/>
          <ac:cxnSpMkLst>
            <pc:docMk/>
            <pc:sldMk cId="921368017" sldId="257"/>
            <ac:cxnSpMk id="60" creationId="{3CF17B01-CED4-EA24-4DDF-0FC6772C9B76}"/>
          </ac:cxnSpMkLst>
        </pc:cxnChg>
        <pc:cxnChg chg="del">
          <ac:chgData name="Dutta, Abhishek" userId="13ad01cd-c887-4cdd-953a-b8dddd27f303" providerId="ADAL" clId="{98AAE759-444B-4990-BB82-3F7FEDB23A6F}" dt="2026-04-15T05:48:30.891" v="335" actId="478"/>
          <ac:cxnSpMkLst>
            <pc:docMk/>
            <pc:sldMk cId="921368017" sldId="257"/>
            <ac:cxnSpMk id="62" creationId="{BC2F9FB7-EC6B-5BE8-DA92-46195CD96A8D}"/>
          </ac:cxnSpMkLst>
        </pc:cxnChg>
        <pc:cxnChg chg="del mod topLvl">
          <ac:chgData name="Dutta, Abhishek" userId="13ad01cd-c887-4cdd-953a-b8dddd27f303" providerId="ADAL" clId="{98AAE759-444B-4990-BB82-3F7FEDB23A6F}" dt="2026-04-15T05:50:08.621" v="350" actId="478"/>
          <ac:cxnSpMkLst>
            <pc:docMk/>
            <pc:sldMk cId="921368017" sldId="257"/>
            <ac:cxnSpMk id="68" creationId="{167CC4D2-5C4F-CBEF-69A3-DB33AA3EECDC}"/>
          </ac:cxnSpMkLst>
        </pc:cxnChg>
        <pc:cxnChg chg="del mod topLvl">
          <ac:chgData name="Dutta, Abhishek" userId="13ad01cd-c887-4cdd-953a-b8dddd27f303" providerId="ADAL" clId="{98AAE759-444B-4990-BB82-3F7FEDB23A6F}" dt="2026-04-15T05:49:57.753" v="347" actId="478"/>
          <ac:cxnSpMkLst>
            <pc:docMk/>
            <pc:sldMk cId="921368017" sldId="257"/>
            <ac:cxnSpMk id="75" creationId="{88D72489-1343-C26A-EDFF-3FE2A1AE715C}"/>
          </ac:cxnSpMkLst>
        </pc:cxnChg>
        <pc:cxnChg chg="del">
          <ac:chgData name="Dutta, Abhishek" userId="13ad01cd-c887-4cdd-953a-b8dddd27f303" providerId="ADAL" clId="{98AAE759-444B-4990-BB82-3F7FEDB23A6F}" dt="2026-04-15T05:48:31.983" v="336" actId="478"/>
          <ac:cxnSpMkLst>
            <pc:docMk/>
            <pc:sldMk cId="921368017" sldId="257"/>
            <ac:cxnSpMk id="79" creationId="{1A0F7EEA-E1A9-BC33-D39E-AF3E9C4CD4EA}"/>
          </ac:cxnSpMkLst>
        </pc:cxnChg>
        <pc:cxnChg chg="add mod">
          <ac:chgData name="Dutta, Abhishek" userId="13ad01cd-c887-4cdd-953a-b8dddd27f303" providerId="ADAL" clId="{98AAE759-444B-4990-BB82-3F7FEDB23A6F}" dt="2026-04-15T07:32:09.907" v="614" actId="108"/>
          <ac:cxnSpMkLst>
            <pc:docMk/>
            <pc:sldMk cId="921368017" sldId="257"/>
            <ac:cxnSpMk id="87" creationId="{ED826CCC-A5D4-AA96-BCDC-E14EA1E8D5CB}"/>
          </ac:cxnSpMkLst>
        </pc:cxnChg>
        <pc:cxnChg chg="add mod">
          <ac:chgData name="Dutta, Abhishek" userId="13ad01cd-c887-4cdd-953a-b8dddd27f303" providerId="ADAL" clId="{98AAE759-444B-4990-BB82-3F7FEDB23A6F}" dt="2026-04-15T09:42:08.816" v="1311" actId="14100"/>
          <ac:cxnSpMkLst>
            <pc:docMk/>
            <pc:sldMk cId="921368017" sldId="257"/>
            <ac:cxnSpMk id="94" creationId="{EC3F038F-2D53-67EE-D08D-CC97FF0C31A0}"/>
          </ac:cxnSpMkLst>
        </pc:cxnChg>
        <pc:cxnChg chg="add mod">
          <ac:chgData name="Dutta, Abhishek" userId="13ad01cd-c887-4cdd-953a-b8dddd27f303" providerId="ADAL" clId="{98AAE759-444B-4990-BB82-3F7FEDB23A6F}" dt="2026-04-15T09:40:42.179" v="1301" actId="1076"/>
          <ac:cxnSpMkLst>
            <pc:docMk/>
            <pc:sldMk cId="921368017" sldId="257"/>
            <ac:cxnSpMk id="96" creationId="{02DD416F-8763-F1DF-8C94-E18CDE38E39E}"/>
          </ac:cxnSpMkLst>
        </pc:cxnChg>
        <pc:cxnChg chg="add mod">
          <ac:chgData name="Dutta, Abhishek" userId="13ad01cd-c887-4cdd-953a-b8dddd27f303" providerId="ADAL" clId="{98AAE759-444B-4990-BB82-3F7FEDB23A6F}" dt="2026-04-15T09:44:41.174" v="1347" actId="108"/>
          <ac:cxnSpMkLst>
            <pc:docMk/>
            <pc:sldMk cId="921368017" sldId="257"/>
            <ac:cxnSpMk id="106" creationId="{E98B4F6D-A7D8-7B09-2E12-0CB0C243C374}"/>
          </ac:cxnSpMkLst>
        </pc:cxnChg>
        <pc:cxnChg chg="add del mod">
          <ac:chgData name="Dutta, Abhishek" userId="13ad01cd-c887-4cdd-953a-b8dddd27f303" providerId="ADAL" clId="{98AAE759-444B-4990-BB82-3F7FEDB23A6F}" dt="2026-04-15T07:32:43.663" v="618" actId="478"/>
          <ac:cxnSpMkLst>
            <pc:docMk/>
            <pc:sldMk cId="921368017" sldId="257"/>
            <ac:cxnSpMk id="111" creationId="{AAF2D841-4D72-D9B4-DA7F-D3AAB8F3F35E}"/>
          </ac:cxnSpMkLst>
        </pc:cxnChg>
        <pc:cxnChg chg="add mod">
          <ac:chgData name="Dutta, Abhishek" userId="13ad01cd-c887-4cdd-953a-b8dddd27f303" providerId="ADAL" clId="{98AAE759-444B-4990-BB82-3F7FEDB23A6F}" dt="2026-04-15T09:44:38.486" v="1346" actId="208"/>
          <ac:cxnSpMkLst>
            <pc:docMk/>
            <pc:sldMk cId="921368017" sldId="257"/>
            <ac:cxnSpMk id="115" creationId="{6E54DCA3-6279-AF0C-B4D5-FEA22CD478B4}"/>
          </ac:cxnSpMkLst>
        </pc:cxnChg>
        <pc:cxnChg chg="add mod">
          <ac:chgData name="Dutta, Abhishek" userId="13ad01cd-c887-4cdd-953a-b8dddd27f303" providerId="ADAL" clId="{98AAE759-444B-4990-BB82-3F7FEDB23A6F}" dt="2026-04-15T09:30:41.583" v="1191" actId="1076"/>
          <ac:cxnSpMkLst>
            <pc:docMk/>
            <pc:sldMk cId="921368017" sldId="257"/>
            <ac:cxnSpMk id="152" creationId="{7678E172-F946-5582-125D-9EDF9103266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C596D8-E460-4BBD-AA73-01696753E42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01C4-5D8B-42D4-898B-827F072A2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878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D01C4-5D8B-42D4-898B-827F072A29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989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2A25E-21FA-7604-BE05-7E80839F4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6D1BB2-828E-8F7D-A6A1-1A01F87E1841}"/>
              </a:ext>
            </a:extLst>
          </p:cNvPr>
          <p:cNvSpPr txBox="1"/>
          <p:nvPr/>
        </p:nvSpPr>
        <p:spPr>
          <a:xfrm>
            <a:off x="196032" y="107563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dirty="0">
                <a:latin typeface="Graphik Semibold" panose="020B0703030202060203" pitchFamily="34" charset="0"/>
              </a:rPr>
              <a:t>WWF Sustainability Assistant  —  Solution 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34FDC8-AE70-D9FA-2B3B-784E8DB17164}"/>
              </a:ext>
            </a:extLst>
          </p:cNvPr>
          <p:cNvSpPr/>
          <p:nvPr/>
        </p:nvSpPr>
        <p:spPr>
          <a:xfrm>
            <a:off x="0" y="640080"/>
            <a:ext cx="12188952" cy="292608"/>
          </a:xfrm>
          <a:prstGeom prst="rect">
            <a:avLst/>
          </a:prstGeom>
          <a:solidFill>
            <a:srgbClr val="45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SemiBold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BB722-E252-826D-1C4F-D4FE0D85B7E0}"/>
              </a:ext>
            </a:extLst>
          </p:cNvPr>
          <p:cNvSpPr txBox="1"/>
          <p:nvPr/>
        </p:nvSpPr>
        <p:spPr>
          <a:xfrm>
            <a:off x="893840" y="658368"/>
            <a:ext cx="101727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dirty="0">
                <a:solidFill>
                  <a:schemeClr val="bg1"/>
                </a:solidFill>
                <a:latin typeface="Aptos SemiBold" panose="020B0004020202020204" pitchFamily="34" charset="0"/>
              </a:rPr>
              <a:t>AI-Powered Learning Platform &amp; Intelligent </a:t>
            </a:r>
            <a:r>
              <a:rPr lang="en-US" sz="1000" dirty="0">
                <a:solidFill>
                  <a:schemeClr val="bg1"/>
                </a:solidFill>
                <a:latin typeface="Aptos SemiBold" panose="020B0004020202020204" pitchFamily="34" charset="0"/>
              </a:rPr>
              <a:t>Personalized </a:t>
            </a:r>
            <a:r>
              <a:rPr sz="1000" dirty="0">
                <a:solidFill>
                  <a:schemeClr val="bg1"/>
                </a:solidFill>
                <a:latin typeface="Aptos SemiBold" panose="020B0004020202020204" pitchFamily="34" charset="0"/>
              </a:rPr>
              <a:t>Chatbot  |  Business Overview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8C0DF3-A914-B87B-90E9-388F56C6B764}"/>
              </a:ext>
            </a:extLst>
          </p:cNvPr>
          <p:cNvSpPr/>
          <p:nvPr/>
        </p:nvSpPr>
        <p:spPr>
          <a:xfrm>
            <a:off x="109728" y="1034952"/>
            <a:ext cx="2324191" cy="5358845"/>
          </a:xfrm>
          <a:prstGeom prst="rect">
            <a:avLst/>
          </a:prstGeom>
          <a:solidFill>
            <a:schemeClr val="bg2"/>
          </a:solidFill>
          <a:ln w="12700">
            <a:solidFill>
              <a:srgbClr val="00C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 dirty="0">
              <a:latin typeface="Aptos SemiBold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B3900F-12EB-DCEF-2A3B-097BE203E9F0}"/>
              </a:ext>
            </a:extLst>
          </p:cNvPr>
          <p:cNvSpPr/>
          <p:nvPr/>
        </p:nvSpPr>
        <p:spPr>
          <a:xfrm>
            <a:off x="4063141" y="1034952"/>
            <a:ext cx="5131701" cy="5390258"/>
          </a:xfrm>
          <a:prstGeom prst="rect">
            <a:avLst/>
          </a:prstGeom>
          <a:solidFill>
            <a:schemeClr val="bg2"/>
          </a:solidFill>
          <a:ln w="12700">
            <a:solidFill>
              <a:srgbClr val="00C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 dirty="0">
              <a:latin typeface="Aptos SemiBold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457C12-7D5C-B77C-73A9-072AD284BC3A}"/>
              </a:ext>
            </a:extLst>
          </p:cNvPr>
          <p:cNvSpPr/>
          <p:nvPr/>
        </p:nvSpPr>
        <p:spPr>
          <a:xfrm>
            <a:off x="109728" y="1005840"/>
            <a:ext cx="2324191" cy="32918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Aptos SemiBold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543FE7-53FD-24BD-29F8-393AE51C0865}"/>
              </a:ext>
            </a:extLst>
          </p:cNvPr>
          <p:cNvSpPr txBox="1"/>
          <p:nvPr/>
        </p:nvSpPr>
        <p:spPr>
          <a:xfrm>
            <a:off x="155448" y="1050859"/>
            <a:ext cx="21607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 SemiBold" panose="020B0004020202020204" pitchFamily="34" charset="0"/>
              </a:rPr>
              <a:t>USER TOUCHPOINTS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151D82-D615-C51C-2F61-1BF2BE374175}"/>
              </a:ext>
            </a:extLst>
          </p:cNvPr>
          <p:cNvSpPr/>
          <p:nvPr/>
        </p:nvSpPr>
        <p:spPr>
          <a:xfrm>
            <a:off x="4041357" y="1020346"/>
            <a:ext cx="5164687" cy="3146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Aptos SemiBold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EBB77F-4779-23CC-8D40-85784547E521}"/>
              </a:ext>
            </a:extLst>
          </p:cNvPr>
          <p:cNvSpPr txBox="1"/>
          <p:nvPr/>
        </p:nvSpPr>
        <p:spPr>
          <a:xfrm>
            <a:off x="4203282" y="1046342"/>
            <a:ext cx="50001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ptos SemiBold" panose="020B0004020202020204" pitchFamily="34" charset="0"/>
              </a:rPr>
              <a:t>INTELLIGENT AI ORCHESTRATION PLATFORM</a:t>
            </a:r>
            <a:endParaRPr sz="1000" b="1" dirty="0">
              <a:solidFill>
                <a:srgbClr val="FFFFFF"/>
              </a:solidFill>
              <a:latin typeface="Aptos SemiBold" panose="020B0004020202020204" pitchFamily="34" charset="0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685599B-C70B-20D1-128A-B018CE21415F}"/>
              </a:ext>
            </a:extLst>
          </p:cNvPr>
          <p:cNvGrpSpPr/>
          <p:nvPr/>
        </p:nvGrpSpPr>
        <p:grpSpPr>
          <a:xfrm>
            <a:off x="228600" y="1520614"/>
            <a:ext cx="2087634" cy="1051560"/>
            <a:chOff x="228600" y="1481328"/>
            <a:chExt cx="2331720" cy="105156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AE02478-443C-BD91-98FB-3BAE3B59487E}"/>
                </a:ext>
              </a:extLst>
            </p:cNvPr>
            <p:cNvSpPr/>
            <p:nvPr/>
          </p:nvSpPr>
          <p:spPr>
            <a:xfrm>
              <a:off x="228600" y="1481328"/>
              <a:ext cx="2331720" cy="1051560"/>
            </a:xfrm>
            <a:prstGeom prst="rect">
              <a:avLst/>
            </a:prstGeom>
            <a:solidFill>
              <a:srgbClr val="013A52"/>
            </a:solidFill>
            <a:ln w="31750">
              <a:solidFill>
                <a:srgbClr val="0D28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 dirty="0">
                <a:latin typeface="Aptos SemiBold" panose="020B00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D877752-E6DC-B90F-A032-485AED620B7A}"/>
                </a:ext>
              </a:extLst>
            </p:cNvPr>
            <p:cNvSpPr txBox="1"/>
            <p:nvPr/>
          </p:nvSpPr>
          <p:spPr>
            <a:xfrm>
              <a:off x="246888" y="1508760"/>
              <a:ext cx="228600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dirty="0">
                  <a:solidFill>
                    <a:srgbClr val="00B0F0"/>
                  </a:solidFill>
                  <a:latin typeface="Aptos SemiBold" panose="020B0004020202020204" pitchFamily="34" charset="0"/>
                </a:rPr>
                <a:t>Quickbase Portal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CA080CB-E3AE-0958-5A5A-44A32DD2C441}"/>
                </a:ext>
              </a:extLst>
            </p:cNvPr>
            <p:cNvSpPr txBox="1"/>
            <p:nvPr/>
          </p:nvSpPr>
          <p:spPr>
            <a:xfrm>
              <a:off x="246888" y="1764792"/>
              <a:ext cx="228600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dirty="0">
                  <a:solidFill>
                    <a:srgbClr val="CCE8F0"/>
                  </a:solidFill>
                  <a:latin typeface="Aptos SemiBold" panose="020B0004020202020204" pitchFamily="34" charset="0"/>
                </a:rPr>
                <a:t>User registration form
Name  ·  Role  ·  Location
Triggers chatbot session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537BEE0-EB96-039D-FAC0-1267D308FE1B}"/>
              </a:ext>
            </a:extLst>
          </p:cNvPr>
          <p:cNvGrpSpPr/>
          <p:nvPr/>
        </p:nvGrpSpPr>
        <p:grpSpPr>
          <a:xfrm>
            <a:off x="4342245" y="1777007"/>
            <a:ext cx="1733951" cy="806381"/>
            <a:chOff x="5349241" y="1440388"/>
            <a:chExt cx="2181421" cy="806381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575D791-E608-C96B-84C4-E84E165FBC27}"/>
                </a:ext>
              </a:extLst>
            </p:cNvPr>
            <p:cNvSpPr/>
            <p:nvPr/>
          </p:nvSpPr>
          <p:spPr>
            <a:xfrm>
              <a:off x="5349241" y="1440388"/>
              <a:ext cx="2121407" cy="806381"/>
            </a:xfrm>
            <a:prstGeom prst="rect">
              <a:avLst/>
            </a:prstGeom>
            <a:solidFill>
              <a:srgbClr val="013A52"/>
            </a:solidFill>
            <a:ln w="19050">
              <a:solidFill>
                <a:srgbClr val="0D28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>
                <a:latin typeface="Aptos SemiBold" panose="020B0004020202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0598856-B6E8-9BEF-E368-003431A67AAF}"/>
                </a:ext>
              </a:extLst>
            </p:cNvPr>
            <p:cNvSpPr txBox="1"/>
            <p:nvPr/>
          </p:nvSpPr>
          <p:spPr>
            <a:xfrm>
              <a:off x="5367527" y="1457787"/>
              <a:ext cx="210312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solidFill>
                    <a:srgbClr val="00B0F0"/>
                  </a:solidFill>
                  <a:latin typeface="Aptos SemiBold" panose="020B0004020202020204" pitchFamily="34" charset="0"/>
                </a:rPr>
                <a:t>Router Agent</a:t>
              </a:r>
              <a:endParaRPr sz="1000" dirty="0">
                <a:solidFill>
                  <a:srgbClr val="00B0F0"/>
                </a:solidFill>
                <a:latin typeface="Aptos SemiBold" panose="020B00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61D87A5-3095-5B8E-AF07-25250189203F}"/>
                </a:ext>
              </a:extLst>
            </p:cNvPr>
            <p:cNvSpPr txBox="1"/>
            <p:nvPr/>
          </p:nvSpPr>
          <p:spPr>
            <a:xfrm>
              <a:off x="5367526" y="1672847"/>
              <a:ext cx="2163136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solidFill>
                    <a:srgbClr val="CCE8F0"/>
                  </a:solidFill>
                  <a:latin typeface="Aptos SemiBold" panose="020B0004020202020204" pitchFamily="34" charset="0"/>
                </a:rPr>
                <a:t>Routes queries to Knowledge Base, Web Search or Hybrid Search</a:t>
              </a:r>
              <a:endParaRPr sz="1000" dirty="0">
                <a:solidFill>
                  <a:srgbClr val="CCE8F0"/>
                </a:solidFill>
                <a:latin typeface="Aptos SemiBold" panose="020B0004020202020204" pitchFamily="34" charset="0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764C92C9-C2AA-AF53-313D-9C24978FC6FB}"/>
              </a:ext>
            </a:extLst>
          </p:cNvPr>
          <p:cNvGrpSpPr/>
          <p:nvPr/>
        </p:nvGrpSpPr>
        <p:grpSpPr>
          <a:xfrm>
            <a:off x="7216512" y="2297210"/>
            <a:ext cx="1821254" cy="778585"/>
            <a:chOff x="5350747" y="3652394"/>
            <a:chExt cx="1821254" cy="778585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F23712F-2203-75B5-53D0-CEF0C8A429F9}"/>
                </a:ext>
              </a:extLst>
            </p:cNvPr>
            <p:cNvSpPr/>
            <p:nvPr/>
          </p:nvSpPr>
          <p:spPr>
            <a:xfrm>
              <a:off x="5363185" y="3652394"/>
              <a:ext cx="1733952" cy="778585"/>
            </a:xfrm>
            <a:prstGeom prst="rect">
              <a:avLst/>
            </a:prstGeom>
            <a:solidFill>
              <a:srgbClr val="013A52"/>
            </a:solidFill>
            <a:ln w="22860">
              <a:solidFill>
                <a:srgbClr val="0D28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>
                <a:latin typeface="Aptos SemiBold" panose="020B0004020202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B66EAAA-E75F-8F30-8F2D-6B8C299A4DAB}"/>
                </a:ext>
              </a:extLst>
            </p:cNvPr>
            <p:cNvSpPr txBox="1"/>
            <p:nvPr/>
          </p:nvSpPr>
          <p:spPr>
            <a:xfrm>
              <a:off x="5490989" y="3689708"/>
              <a:ext cx="146304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dirty="0">
                  <a:solidFill>
                    <a:srgbClr val="00B0F0"/>
                  </a:solidFill>
                  <a:latin typeface="Aptos SemiBold" panose="020B0004020202020204" pitchFamily="34" charset="0"/>
                </a:rPr>
                <a:t>Knowledge Agent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04921CB-BD43-7B07-1E73-581A59221CAE}"/>
                </a:ext>
              </a:extLst>
            </p:cNvPr>
            <p:cNvSpPr txBox="1"/>
            <p:nvPr/>
          </p:nvSpPr>
          <p:spPr>
            <a:xfrm>
              <a:off x="5350747" y="3968614"/>
              <a:ext cx="182125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solidFill>
                    <a:srgbClr val="CCE8F0"/>
                  </a:solidFill>
                  <a:latin typeface="Aptos SemiBold" panose="020B0004020202020204" pitchFamily="34" charset="0"/>
                </a:rPr>
                <a:t>Retrieves information from WWF Knowledgebase</a:t>
              </a:r>
              <a:endParaRPr sz="1000" dirty="0">
                <a:solidFill>
                  <a:srgbClr val="CCE8F0"/>
                </a:solidFill>
                <a:latin typeface="Aptos SemiBold" panose="020B0004020202020204" pitchFamily="34" charset="0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59F83520-E432-60E5-7C90-FCA79261DCCC}"/>
              </a:ext>
            </a:extLst>
          </p:cNvPr>
          <p:cNvGrpSpPr/>
          <p:nvPr/>
        </p:nvGrpSpPr>
        <p:grpSpPr>
          <a:xfrm>
            <a:off x="7196445" y="1442423"/>
            <a:ext cx="1733953" cy="657147"/>
            <a:chOff x="5301741" y="2709755"/>
            <a:chExt cx="1733953" cy="657147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0FEACB1-567E-BC37-6D19-D30FCEC07D2B}"/>
                </a:ext>
              </a:extLst>
            </p:cNvPr>
            <p:cNvSpPr/>
            <p:nvPr/>
          </p:nvSpPr>
          <p:spPr>
            <a:xfrm>
              <a:off x="5321808" y="2709755"/>
              <a:ext cx="1711350" cy="657147"/>
            </a:xfrm>
            <a:prstGeom prst="rect">
              <a:avLst/>
            </a:prstGeom>
            <a:solidFill>
              <a:srgbClr val="013A52"/>
            </a:solidFill>
            <a:ln w="22860">
              <a:solidFill>
                <a:srgbClr val="0D28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 dirty="0">
                <a:latin typeface="Aptos SemiBold" panose="020B0004020202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DFAC0A4-2DE0-C3C5-E2D3-31453E4A503F}"/>
                </a:ext>
              </a:extLst>
            </p:cNvPr>
            <p:cNvSpPr txBox="1"/>
            <p:nvPr/>
          </p:nvSpPr>
          <p:spPr>
            <a:xfrm>
              <a:off x="5411082" y="2709755"/>
              <a:ext cx="146304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dirty="0">
                  <a:solidFill>
                    <a:srgbClr val="00B0F0"/>
                  </a:solidFill>
                  <a:latin typeface="Aptos SemiBold" panose="020B0004020202020204" pitchFamily="34" charset="0"/>
                </a:rPr>
                <a:t>Web Search Agent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311EC6D-C2CB-C0EB-19A6-BAEC8631BF83}"/>
                </a:ext>
              </a:extLst>
            </p:cNvPr>
            <p:cNvSpPr txBox="1"/>
            <p:nvPr/>
          </p:nvSpPr>
          <p:spPr>
            <a:xfrm>
              <a:off x="5301741" y="2946000"/>
              <a:ext cx="173395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solidFill>
                    <a:srgbClr val="CCE8F0"/>
                  </a:solidFill>
                  <a:latin typeface="Aptos SemiBold" panose="020B0004020202020204" pitchFamily="34" charset="0"/>
                </a:rPr>
                <a:t>Searches trusted WWF &amp; government sources</a:t>
              </a:r>
              <a:endParaRPr sz="1000" dirty="0">
                <a:solidFill>
                  <a:srgbClr val="CCE8F0"/>
                </a:solidFill>
                <a:latin typeface="Aptos SemiBold" panose="020B0004020202020204" pitchFamily="34" charset="0"/>
              </a:endParaRP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648B93B-B0C5-91B3-8019-7C23164E28E0}"/>
              </a:ext>
            </a:extLst>
          </p:cNvPr>
          <p:cNvGrpSpPr/>
          <p:nvPr/>
        </p:nvGrpSpPr>
        <p:grpSpPr>
          <a:xfrm>
            <a:off x="4342246" y="2827464"/>
            <a:ext cx="1700038" cy="677323"/>
            <a:chOff x="7701460" y="3456431"/>
            <a:chExt cx="1700038" cy="677323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96EF009-FB71-8F27-2612-9A6E4CB5B444}"/>
                </a:ext>
              </a:extLst>
            </p:cNvPr>
            <p:cNvSpPr/>
            <p:nvPr/>
          </p:nvSpPr>
          <p:spPr>
            <a:xfrm>
              <a:off x="7701460" y="3456431"/>
              <a:ext cx="1700038" cy="677323"/>
            </a:xfrm>
            <a:prstGeom prst="rect">
              <a:avLst/>
            </a:prstGeom>
            <a:solidFill>
              <a:srgbClr val="013A52"/>
            </a:solidFill>
            <a:ln w="15240">
              <a:solidFill>
                <a:srgbClr val="0D28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>
                <a:latin typeface="Aptos SemiBold" panose="020B000402020202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E4A5938-6E77-5A67-8C5E-A3C3E54AD141}"/>
                </a:ext>
              </a:extLst>
            </p:cNvPr>
            <p:cNvSpPr txBox="1"/>
            <p:nvPr/>
          </p:nvSpPr>
          <p:spPr>
            <a:xfrm>
              <a:off x="7738049" y="3485643"/>
              <a:ext cx="160135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dirty="0">
                  <a:solidFill>
                    <a:srgbClr val="00B0F0"/>
                  </a:solidFill>
                  <a:latin typeface="Aptos SemiBold" panose="020B0004020202020204" pitchFamily="34" charset="0"/>
                </a:rPr>
                <a:t>PDF Export</a:t>
              </a:r>
              <a:r>
                <a:rPr lang="en-US" sz="1000" dirty="0">
                  <a:solidFill>
                    <a:srgbClr val="00B0F0"/>
                  </a:solidFill>
                  <a:latin typeface="Aptos SemiBold" panose="020B0004020202020204" pitchFamily="34" charset="0"/>
                </a:rPr>
                <a:t> Agent</a:t>
              </a:r>
              <a:endParaRPr sz="1000" dirty="0">
                <a:solidFill>
                  <a:srgbClr val="00B0F0"/>
                </a:solidFill>
                <a:latin typeface="Aptos SemiBold" panose="020B0004020202020204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EA24CBE-AA4A-C04E-8511-1E5BF71567F5}"/>
                </a:ext>
              </a:extLst>
            </p:cNvPr>
            <p:cNvSpPr txBox="1"/>
            <p:nvPr/>
          </p:nvSpPr>
          <p:spPr>
            <a:xfrm>
              <a:off x="7807206" y="3696327"/>
              <a:ext cx="146304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solidFill>
                    <a:srgbClr val="CCE8F0"/>
                  </a:solidFill>
                  <a:latin typeface="Aptos SemiBold" panose="020B0004020202020204" pitchFamily="34" charset="0"/>
                </a:rPr>
                <a:t>D</a:t>
              </a:r>
              <a:r>
                <a:rPr sz="1000" dirty="0">
                  <a:solidFill>
                    <a:srgbClr val="CCE8F0"/>
                  </a:solidFill>
                  <a:latin typeface="Aptos SemiBold" panose="020B0004020202020204" pitchFamily="34" charset="0"/>
                </a:rPr>
                <a:t>ownload full conversation</a:t>
              </a:r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3250ACCE-E84C-06A4-190B-3ECD042F9185}"/>
              </a:ext>
            </a:extLst>
          </p:cNvPr>
          <p:cNvSpPr/>
          <p:nvPr/>
        </p:nvSpPr>
        <p:spPr>
          <a:xfrm>
            <a:off x="4356712" y="3850040"/>
            <a:ext cx="4542918" cy="1024128"/>
          </a:xfrm>
          <a:prstGeom prst="rect">
            <a:avLst/>
          </a:prstGeom>
          <a:solidFill>
            <a:srgbClr val="013A52"/>
          </a:solidFill>
          <a:ln w="22860">
            <a:solidFill>
              <a:srgbClr val="0D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Aptos SemiBold" panose="020B00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558B56-B82E-7A28-05DB-169C1930B965}"/>
              </a:ext>
            </a:extLst>
          </p:cNvPr>
          <p:cNvSpPr txBox="1"/>
          <p:nvPr/>
        </p:nvSpPr>
        <p:spPr>
          <a:xfrm>
            <a:off x="4391638" y="3868327"/>
            <a:ext cx="4709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dirty="0">
                <a:solidFill>
                  <a:srgbClr val="00E5FF"/>
                </a:solidFill>
                <a:latin typeface="Aptos SemiBold" panose="020B0004020202020204" pitchFamily="34" charset="0"/>
              </a:rPr>
              <a:t>Micro-Learning &amp; </a:t>
            </a:r>
            <a:r>
              <a:rPr lang="en-US" sz="1000" dirty="0">
                <a:solidFill>
                  <a:srgbClr val="00E5FF"/>
                </a:solidFill>
                <a:latin typeface="Aptos SemiBold" panose="020B0004020202020204" pitchFamily="34" charset="0"/>
              </a:rPr>
              <a:t>MCQ</a:t>
            </a:r>
            <a:r>
              <a:rPr sz="1000" dirty="0">
                <a:solidFill>
                  <a:srgbClr val="00E5FF"/>
                </a:solidFill>
                <a:latin typeface="Aptos SemiBold" panose="020B0004020202020204" pitchFamily="34" charset="0"/>
              </a:rPr>
              <a:t> Generator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C51325-F855-0601-E508-4821952DD97D}"/>
              </a:ext>
            </a:extLst>
          </p:cNvPr>
          <p:cNvSpPr txBox="1"/>
          <p:nvPr/>
        </p:nvSpPr>
        <p:spPr>
          <a:xfrm>
            <a:off x="4409926" y="4142648"/>
            <a:ext cx="445312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000" dirty="0">
                <a:solidFill>
                  <a:srgbClr val="CCE8F0"/>
                </a:solidFill>
                <a:latin typeface="Aptos SemiBold" panose="020B0004020202020204" pitchFamily="34" charset="0"/>
              </a:rPr>
              <a:t>Automatically creates structured educational modules &amp; multiple-choice </a:t>
            </a:r>
            <a:r>
              <a:rPr lang="en-US" sz="1000" dirty="0">
                <a:solidFill>
                  <a:srgbClr val="CCE8F0"/>
                </a:solidFill>
                <a:latin typeface="Aptos SemiBold" panose="020B0004020202020204" pitchFamily="34" charset="0"/>
              </a:rPr>
              <a:t>questions</a:t>
            </a:r>
            <a:r>
              <a:rPr sz="1000" dirty="0">
                <a:solidFill>
                  <a:srgbClr val="CCE8F0"/>
                </a:solidFill>
                <a:latin typeface="Aptos SemiBold" panose="020B0004020202020204" pitchFamily="34" charset="0"/>
              </a:rPr>
              <a:t> from WWF documents</a:t>
            </a:r>
            <a:r>
              <a:rPr lang="en-US" sz="1000" dirty="0">
                <a:solidFill>
                  <a:srgbClr val="CCE8F0"/>
                </a:solidFill>
                <a:latin typeface="Aptos SemiBold" panose="020B0004020202020204" pitchFamily="34" charset="0"/>
              </a:rPr>
              <a:t> (knowledge-base)</a:t>
            </a:r>
            <a:r>
              <a:rPr sz="1000" dirty="0">
                <a:solidFill>
                  <a:srgbClr val="CCE8F0"/>
                </a:solidFill>
                <a:latin typeface="Aptos SemiBold" panose="020B0004020202020204" pitchFamily="34" charset="0"/>
              </a:rPr>
              <a:t>
Pushes content directly to Quickbase Learning Management System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5A24F90-4AA6-8B24-D018-FDED8AA8E597}"/>
              </a:ext>
            </a:extLst>
          </p:cNvPr>
          <p:cNvSpPr/>
          <p:nvPr/>
        </p:nvSpPr>
        <p:spPr>
          <a:xfrm>
            <a:off x="4342245" y="5262372"/>
            <a:ext cx="4557385" cy="774946"/>
          </a:xfrm>
          <a:prstGeom prst="rect">
            <a:avLst/>
          </a:prstGeom>
          <a:solidFill>
            <a:srgbClr val="013A52"/>
          </a:solidFill>
          <a:ln w="15240">
            <a:solidFill>
              <a:srgbClr val="0D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 dirty="0">
              <a:latin typeface="Aptos SemiBold" panose="020B00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E7CD1E-FAED-407E-430D-0F4CE250F7CD}"/>
              </a:ext>
            </a:extLst>
          </p:cNvPr>
          <p:cNvSpPr txBox="1"/>
          <p:nvPr/>
        </p:nvSpPr>
        <p:spPr>
          <a:xfrm>
            <a:off x="4220611" y="5289804"/>
            <a:ext cx="47782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dirty="0">
                <a:solidFill>
                  <a:srgbClr val="00C4D4"/>
                </a:solidFill>
                <a:latin typeface="Aptos SemiBold" panose="020B0004020202020204" pitchFamily="34" charset="0"/>
              </a:rPr>
              <a:t>AI Models:   Groq Llama 4  (Primary)   +   OpenAI </a:t>
            </a:r>
            <a:r>
              <a:rPr lang="en-US" sz="1000" dirty="0">
                <a:solidFill>
                  <a:srgbClr val="00C4D4"/>
                </a:solidFill>
                <a:latin typeface="Aptos SemiBold" panose="020B0004020202020204" pitchFamily="34" charset="0"/>
              </a:rPr>
              <a:t>GPT + Embedding Model</a:t>
            </a:r>
            <a:endParaRPr sz="1000" dirty="0">
              <a:solidFill>
                <a:srgbClr val="00C4D4"/>
              </a:solidFill>
              <a:latin typeface="Aptos SemiBold" panose="020B00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5A83ACA-45C6-4A9D-CE3B-1739FB5E5086}"/>
              </a:ext>
            </a:extLst>
          </p:cNvPr>
          <p:cNvSpPr txBox="1"/>
          <p:nvPr/>
        </p:nvSpPr>
        <p:spPr>
          <a:xfrm>
            <a:off x="4591456" y="5563457"/>
            <a:ext cx="45093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dirty="0">
                <a:solidFill>
                  <a:srgbClr val="CCE8F0"/>
                </a:solidFill>
                <a:latin typeface="Aptos SemiBold" panose="020B0004020202020204" pitchFamily="34" charset="0"/>
              </a:rPr>
              <a:t>Multi-model design ensures the service remains available even if one provider is unavailable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6866F4-801A-DBF0-B9B9-1EF20F716578}"/>
              </a:ext>
            </a:extLst>
          </p:cNvPr>
          <p:cNvSpPr/>
          <p:nvPr/>
        </p:nvSpPr>
        <p:spPr>
          <a:xfrm>
            <a:off x="9485774" y="3159105"/>
            <a:ext cx="2534906" cy="3260040"/>
          </a:xfrm>
          <a:prstGeom prst="rect">
            <a:avLst/>
          </a:prstGeom>
          <a:solidFill>
            <a:schemeClr val="bg2"/>
          </a:solidFill>
          <a:ln w="12700">
            <a:solidFill>
              <a:srgbClr val="00C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Aptos SemiBold" panose="020B0004020202020204" pitchFamily="34" charset="0"/>
            </a:endParaRP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976B0C36-D2BD-E7B5-8DD1-F34632F4E087}"/>
              </a:ext>
            </a:extLst>
          </p:cNvPr>
          <p:cNvGrpSpPr/>
          <p:nvPr/>
        </p:nvGrpSpPr>
        <p:grpSpPr>
          <a:xfrm>
            <a:off x="9489455" y="3164757"/>
            <a:ext cx="2535375" cy="314678"/>
            <a:chOff x="9489455" y="1020346"/>
            <a:chExt cx="2535375" cy="31467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F478323-E832-8839-2C9D-AECBB0141199}"/>
                </a:ext>
              </a:extLst>
            </p:cNvPr>
            <p:cNvSpPr/>
            <p:nvPr/>
          </p:nvSpPr>
          <p:spPr>
            <a:xfrm>
              <a:off x="9489455" y="1020346"/>
              <a:ext cx="2534906" cy="31467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>
                <a:latin typeface="Aptos SemiBold" panose="020B00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7AF0441-A30F-FD56-A342-085914CC74BD}"/>
                </a:ext>
              </a:extLst>
            </p:cNvPr>
            <p:cNvSpPr txBox="1"/>
            <p:nvPr/>
          </p:nvSpPr>
          <p:spPr>
            <a:xfrm>
              <a:off x="9575853" y="1066504"/>
              <a:ext cx="2448977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dirty="0">
                  <a:solidFill>
                    <a:srgbClr val="FFFFFF"/>
                  </a:solidFill>
                  <a:latin typeface="Aptos SemiBold" panose="020B0004020202020204" pitchFamily="34" charset="0"/>
                </a:rPr>
                <a:t>DATA &amp; STORAGE</a:t>
              </a: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BC1EAF1F-C070-56F9-C304-CA45CD182755}"/>
              </a:ext>
            </a:extLst>
          </p:cNvPr>
          <p:cNvGrpSpPr/>
          <p:nvPr/>
        </p:nvGrpSpPr>
        <p:grpSpPr>
          <a:xfrm>
            <a:off x="9601163" y="3541521"/>
            <a:ext cx="2277119" cy="903340"/>
            <a:chOff x="9601163" y="1481328"/>
            <a:chExt cx="2277119" cy="90334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9B59C6B-BA2F-42CE-4592-8F819013EEA4}"/>
                </a:ext>
              </a:extLst>
            </p:cNvPr>
            <p:cNvSpPr/>
            <p:nvPr/>
          </p:nvSpPr>
          <p:spPr>
            <a:xfrm>
              <a:off x="9601163" y="1481328"/>
              <a:ext cx="2277119" cy="903340"/>
            </a:xfrm>
            <a:prstGeom prst="rect">
              <a:avLst/>
            </a:prstGeom>
            <a:solidFill>
              <a:srgbClr val="013A52"/>
            </a:solidFill>
            <a:ln w="28575">
              <a:solidFill>
                <a:srgbClr val="0D28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>
                <a:latin typeface="Aptos SemiBold" panose="020B000402020202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B2D51EF-253C-3444-3589-71F801C321B4}"/>
                </a:ext>
              </a:extLst>
            </p:cNvPr>
            <p:cNvSpPr txBox="1"/>
            <p:nvPr/>
          </p:nvSpPr>
          <p:spPr>
            <a:xfrm>
              <a:off x="9626941" y="1498803"/>
              <a:ext cx="2234155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dirty="0">
                  <a:solidFill>
                    <a:srgbClr val="00C4D4"/>
                  </a:solidFill>
                  <a:latin typeface="Aptos SemiBold" panose="020B0004020202020204" pitchFamily="34" charset="0"/>
                </a:rPr>
                <a:t>WWF Knowledge Base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54E6D79-225D-7ACE-EDF5-90C7DE5348B1}"/>
                </a:ext>
              </a:extLst>
            </p:cNvPr>
            <p:cNvSpPr txBox="1"/>
            <p:nvPr/>
          </p:nvSpPr>
          <p:spPr>
            <a:xfrm>
              <a:off x="9636150" y="1769395"/>
              <a:ext cx="2234155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dirty="0">
                  <a:solidFill>
                    <a:srgbClr val="CCE8F0"/>
                  </a:solidFill>
                  <a:latin typeface="Aptos SemiBold" panose="020B0004020202020204" pitchFamily="34" charset="0"/>
                </a:rPr>
                <a:t>Vector Database (Chroma DB)
All sustainability PDFs
indexed for instant AI search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87E23DAE-E6E0-43D8-28F6-A259B5CADD76}"/>
              </a:ext>
            </a:extLst>
          </p:cNvPr>
          <p:cNvGrpSpPr/>
          <p:nvPr/>
        </p:nvGrpSpPr>
        <p:grpSpPr>
          <a:xfrm>
            <a:off x="9605347" y="4552052"/>
            <a:ext cx="2277119" cy="887096"/>
            <a:chOff x="9601163" y="3136043"/>
            <a:chExt cx="2277119" cy="887096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D8235ED-10F4-2A7E-222B-FC3A351D4D8E}"/>
                </a:ext>
              </a:extLst>
            </p:cNvPr>
            <p:cNvSpPr/>
            <p:nvPr/>
          </p:nvSpPr>
          <p:spPr>
            <a:xfrm>
              <a:off x="9601163" y="3136043"/>
              <a:ext cx="2277119" cy="887096"/>
            </a:xfrm>
            <a:prstGeom prst="rect">
              <a:avLst/>
            </a:prstGeom>
            <a:solidFill>
              <a:srgbClr val="013A52"/>
            </a:solidFill>
            <a:ln w="28575">
              <a:solidFill>
                <a:srgbClr val="0D28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>
                <a:latin typeface="Aptos SemiBold" panose="020B000402020202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B9BCFD4-655D-3EDC-D28A-A170E8552A24}"/>
                </a:ext>
              </a:extLst>
            </p:cNvPr>
            <p:cNvSpPr txBox="1"/>
            <p:nvPr/>
          </p:nvSpPr>
          <p:spPr>
            <a:xfrm>
              <a:off x="9626941" y="3159252"/>
              <a:ext cx="2234155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dirty="0">
                  <a:solidFill>
                    <a:srgbClr val="00E5FF"/>
                  </a:solidFill>
                  <a:latin typeface="Aptos SemiBold" panose="020B0004020202020204" pitchFamily="34" charset="0"/>
                </a:rPr>
                <a:t>Conversation Memory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2C83B10-8F8E-6FCB-3CF5-7F8A08ED9DB1}"/>
                </a:ext>
              </a:extLst>
            </p:cNvPr>
            <p:cNvSpPr txBox="1"/>
            <p:nvPr/>
          </p:nvSpPr>
          <p:spPr>
            <a:xfrm>
              <a:off x="9622757" y="3413695"/>
              <a:ext cx="2234155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dirty="0">
                  <a:solidFill>
                    <a:srgbClr val="CCE8F0"/>
                  </a:solidFill>
                  <a:latin typeface="Aptos SemiBold" panose="020B0004020202020204" pitchFamily="34" charset="0"/>
                </a:rPr>
                <a:t>PostgreSQL Database
Stores full chat history so
users can resume sessions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2734A20-F9C3-0A5B-5E50-F59CA0A43297}"/>
              </a:ext>
            </a:extLst>
          </p:cNvPr>
          <p:cNvGrpSpPr/>
          <p:nvPr/>
        </p:nvGrpSpPr>
        <p:grpSpPr>
          <a:xfrm>
            <a:off x="9597912" y="5540099"/>
            <a:ext cx="2277119" cy="782862"/>
            <a:chOff x="9601163" y="4671846"/>
            <a:chExt cx="2277119" cy="1024128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6CB42EF-F247-A891-AE99-36854317AA72}"/>
                </a:ext>
              </a:extLst>
            </p:cNvPr>
            <p:cNvSpPr/>
            <p:nvPr/>
          </p:nvSpPr>
          <p:spPr>
            <a:xfrm>
              <a:off x="9601163" y="4671846"/>
              <a:ext cx="2277119" cy="1024128"/>
            </a:xfrm>
            <a:prstGeom prst="rect">
              <a:avLst/>
            </a:prstGeom>
            <a:solidFill>
              <a:srgbClr val="013A52"/>
            </a:solidFill>
            <a:ln w="28575">
              <a:solidFill>
                <a:srgbClr val="0D28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>
                <a:latin typeface="Aptos SemiBold" panose="020B000402020202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4F8BEC2-DBE7-85AC-74EC-C58FDE0171AE}"/>
                </a:ext>
              </a:extLst>
            </p:cNvPr>
            <p:cNvSpPr txBox="1"/>
            <p:nvPr/>
          </p:nvSpPr>
          <p:spPr>
            <a:xfrm>
              <a:off x="9626941" y="4719138"/>
              <a:ext cx="2234155" cy="3221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dirty="0">
                  <a:solidFill>
                    <a:srgbClr val="00E5FF"/>
                  </a:solidFill>
                  <a:latin typeface="Aptos SemiBold" panose="020B0004020202020204" pitchFamily="34" charset="0"/>
                </a:rPr>
                <a:t>Source Documents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1C72518-3D90-8FEE-E027-499A7BC19CA6}"/>
                </a:ext>
              </a:extLst>
            </p:cNvPr>
            <p:cNvSpPr txBox="1"/>
            <p:nvPr/>
          </p:nvSpPr>
          <p:spPr>
            <a:xfrm>
              <a:off x="9626941" y="5028414"/>
              <a:ext cx="223415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solidFill>
                    <a:srgbClr val="CCE8F0"/>
                  </a:solidFill>
                  <a:latin typeface="Aptos SemiBold" panose="020B0004020202020204" pitchFamily="34" charset="0"/>
                </a:rPr>
                <a:t>WWF Knowledge Base PDF documents and Research Papers</a:t>
              </a:r>
              <a:endParaRPr sz="1000" dirty="0">
                <a:solidFill>
                  <a:srgbClr val="CCE8F0"/>
                </a:solidFill>
                <a:latin typeface="Aptos SemiBold" panose="020B0004020202020204" pitchFamily="34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6BD983F-2C4B-9F69-EDDE-00356502D45E}"/>
              </a:ext>
            </a:extLst>
          </p:cNvPr>
          <p:cNvGrpSpPr/>
          <p:nvPr/>
        </p:nvGrpSpPr>
        <p:grpSpPr>
          <a:xfrm>
            <a:off x="228600" y="4935940"/>
            <a:ext cx="2087634" cy="1051560"/>
            <a:chOff x="228600" y="4096512"/>
            <a:chExt cx="2331720" cy="105156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A08F355-3200-790E-F4EE-9E38FB1CBBF2}"/>
                </a:ext>
              </a:extLst>
            </p:cNvPr>
            <p:cNvSpPr/>
            <p:nvPr/>
          </p:nvSpPr>
          <p:spPr>
            <a:xfrm>
              <a:off x="228600" y="4096512"/>
              <a:ext cx="2331720" cy="1051560"/>
            </a:xfrm>
            <a:prstGeom prst="rect">
              <a:avLst/>
            </a:prstGeom>
            <a:solidFill>
              <a:srgbClr val="013A52"/>
            </a:solidFill>
            <a:ln w="31750">
              <a:solidFill>
                <a:srgbClr val="0D28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 dirty="0">
                <a:latin typeface="Aptos SemiBold" panose="020B00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F4BDDB0-6448-3415-C9E7-95D315B8F844}"/>
                </a:ext>
              </a:extLst>
            </p:cNvPr>
            <p:cNvSpPr txBox="1"/>
            <p:nvPr/>
          </p:nvSpPr>
          <p:spPr>
            <a:xfrm>
              <a:off x="246888" y="4216712"/>
              <a:ext cx="228600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dirty="0">
                  <a:solidFill>
                    <a:srgbClr val="00C4D4"/>
                  </a:solidFill>
                  <a:latin typeface="Aptos SemiBold" panose="020B0004020202020204" pitchFamily="34" charset="0"/>
                </a:rPr>
                <a:t>Learning Modules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42EB9DF-02E7-087F-087C-708F57E194E2}"/>
                </a:ext>
              </a:extLst>
            </p:cNvPr>
            <p:cNvSpPr txBox="1"/>
            <p:nvPr/>
          </p:nvSpPr>
          <p:spPr>
            <a:xfrm>
              <a:off x="246888" y="4472744"/>
              <a:ext cx="228600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dirty="0">
                  <a:solidFill>
                    <a:srgbClr val="CCE8F0"/>
                  </a:solidFill>
                  <a:latin typeface="Aptos SemiBold" panose="020B0004020202020204" pitchFamily="34" charset="0"/>
                </a:rPr>
                <a:t>Micro-learning content
&amp; MCQ quizzes pushed
back to Quickbase LMS</a:t>
              </a:r>
            </a:p>
          </p:txBody>
        </p: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BF4ED955-9616-65CD-B6F5-56EB4AB65862}"/>
              </a:ext>
            </a:extLst>
          </p:cNvPr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5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Aptos SemiBold" panose="020B0004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B3FDF68-4B3C-1CEE-B7F9-F8FD96CDAB8F}"/>
              </a:ext>
            </a:extLst>
          </p:cNvPr>
          <p:cNvSpPr txBox="1"/>
          <p:nvPr/>
        </p:nvSpPr>
        <p:spPr>
          <a:xfrm>
            <a:off x="0" y="6574536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dirty="0">
                <a:solidFill>
                  <a:schemeClr val="bg1"/>
                </a:solidFill>
                <a:latin typeface="Aptos SemiBold" panose="020B0004020202020204" pitchFamily="34" charset="0"/>
              </a:rPr>
              <a:t>WWF Sustainability Assistant  |  Accenture  |  April 2026  |  Confidential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43613E4-BD27-E76B-50E5-4F4F0219D50F}"/>
              </a:ext>
            </a:extLst>
          </p:cNvPr>
          <p:cNvGrpSpPr/>
          <p:nvPr/>
        </p:nvGrpSpPr>
        <p:grpSpPr>
          <a:xfrm>
            <a:off x="244974" y="3203810"/>
            <a:ext cx="2078555" cy="1051560"/>
            <a:chOff x="228600" y="2788920"/>
            <a:chExt cx="2331720" cy="105156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830D125-D9AE-E0EF-C5C6-068CE30BF84A}"/>
                </a:ext>
              </a:extLst>
            </p:cNvPr>
            <p:cNvSpPr/>
            <p:nvPr/>
          </p:nvSpPr>
          <p:spPr>
            <a:xfrm>
              <a:off x="228600" y="2788920"/>
              <a:ext cx="2331720" cy="1051560"/>
            </a:xfrm>
            <a:prstGeom prst="rect">
              <a:avLst/>
            </a:prstGeom>
            <a:solidFill>
              <a:srgbClr val="013A52"/>
            </a:solidFill>
            <a:ln w="31750">
              <a:solidFill>
                <a:srgbClr val="0D28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 dirty="0">
                <a:latin typeface="Aptos SemiBold" panose="020B0004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08B8ECD-F6C8-B910-2D29-50E5C862973C}"/>
                </a:ext>
              </a:extLst>
            </p:cNvPr>
            <p:cNvSpPr txBox="1"/>
            <p:nvPr/>
          </p:nvSpPr>
          <p:spPr>
            <a:xfrm>
              <a:off x="246888" y="2902446"/>
              <a:ext cx="228600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dirty="0">
                  <a:solidFill>
                    <a:srgbClr val="00E5FF"/>
                  </a:solidFill>
                  <a:latin typeface="Aptos SemiBold" panose="020B0004020202020204" pitchFamily="34" charset="0"/>
                </a:rPr>
                <a:t>Chatbot Window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90B35AC-93F5-3758-7218-2B890B47502B}"/>
                </a:ext>
              </a:extLst>
            </p:cNvPr>
            <p:cNvSpPr txBox="1"/>
            <p:nvPr/>
          </p:nvSpPr>
          <p:spPr>
            <a:xfrm>
              <a:off x="246888" y="3158478"/>
              <a:ext cx="228600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dirty="0">
                  <a:solidFill>
                    <a:srgbClr val="CCE8F0"/>
                  </a:solidFill>
                  <a:latin typeface="Aptos SemiBold" panose="020B0004020202020204" pitchFamily="34" charset="0"/>
                </a:rPr>
                <a:t>Dedicated chat interface
Opens automatically after
Quickbase login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87E908F-07B2-0C92-DC44-F0289F1F5888}"/>
              </a:ext>
            </a:extLst>
          </p:cNvPr>
          <p:cNvGrpSpPr/>
          <p:nvPr/>
        </p:nvGrpSpPr>
        <p:grpSpPr>
          <a:xfrm>
            <a:off x="2715769" y="1007872"/>
            <a:ext cx="1092333" cy="5385926"/>
            <a:chOff x="2920545" y="1161288"/>
            <a:chExt cx="974452" cy="508005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D823E7A-76F3-B406-EF80-19E91BDAC54A}"/>
                </a:ext>
              </a:extLst>
            </p:cNvPr>
            <p:cNvSpPr/>
            <p:nvPr/>
          </p:nvSpPr>
          <p:spPr>
            <a:xfrm>
              <a:off x="2926080" y="1196721"/>
              <a:ext cx="951273" cy="5044623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rgbClr val="00C4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 dirty="0">
                <a:latin typeface="Aptos SemiBold" panose="020B0004020202020204" pitchFamily="34" charset="0"/>
              </a:endParaRP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FF44C34-5792-D7C1-8246-F1D45B49878E}"/>
                </a:ext>
              </a:extLst>
            </p:cNvPr>
            <p:cNvGrpSpPr/>
            <p:nvPr/>
          </p:nvGrpSpPr>
          <p:grpSpPr>
            <a:xfrm>
              <a:off x="2920545" y="1161288"/>
              <a:ext cx="974452" cy="308573"/>
              <a:chOff x="271700" y="1130808"/>
              <a:chExt cx="2584265" cy="308573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7837AE34-66B1-9220-B948-F200A0775C81}"/>
                  </a:ext>
                </a:extLst>
              </p:cNvPr>
              <p:cNvSpPr/>
              <p:nvPr/>
            </p:nvSpPr>
            <p:spPr>
              <a:xfrm>
                <a:off x="271700" y="1130808"/>
                <a:ext cx="2584265" cy="308573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00">
                  <a:latin typeface="Aptos SemiBold" panose="020B0004020202020204" pitchFamily="34" charset="0"/>
                </a:endParaRP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3CE3C0E-7437-EE29-08D5-A543C63EA397}"/>
                  </a:ext>
                </a:extLst>
              </p:cNvPr>
              <p:cNvSpPr txBox="1"/>
              <p:nvPr/>
            </p:nvSpPr>
            <p:spPr>
              <a:xfrm>
                <a:off x="340295" y="1167092"/>
                <a:ext cx="2468879" cy="2322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rgbClr val="FFFFFF"/>
                    </a:solidFill>
                    <a:latin typeface="Aptos SemiBold" panose="020B0004020202020204" pitchFamily="34" charset="0"/>
                  </a:rPr>
                  <a:t>API GATEWAY</a:t>
                </a:r>
              </a:p>
            </p:txBody>
          </p:sp>
        </p:grpSp>
      </p:grp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D826CCC-A5D4-AA96-BCDC-E14EA1E8D5CB}"/>
              </a:ext>
            </a:extLst>
          </p:cNvPr>
          <p:cNvCxnSpPr>
            <a:cxnSpLocks/>
          </p:cNvCxnSpPr>
          <p:nvPr/>
        </p:nvCxnSpPr>
        <p:spPr>
          <a:xfrm>
            <a:off x="2426387" y="3608753"/>
            <a:ext cx="295585" cy="13074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EC3F038F-2D53-67EE-D08D-CC97FF0C31A0}"/>
              </a:ext>
            </a:extLst>
          </p:cNvPr>
          <p:cNvCxnSpPr>
            <a:cxnSpLocks/>
          </p:cNvCxnSpPr>
          <p:nvPr/>
        </p:nvCxnSpPr>
        <p:spPr>
          <a:xfrm>
            <a:off x="3788324" y="3627403"/>
            <a:ext cx="295585" cy="13074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2DD416F-8763-F1DF-8C94-E18CDE38E39E}"/>
              </a:ext>
            </a:extLst>
          </p:cNvPr>
          <p:cNvCxnSpPr>
            <a:cxnSpLocks/>
          </p:cNvCxnSpPr>
          <p:nvPr/>
        </p:nvCxnSpPr>
        <p:spPr>
          <a:xfrm>
            <a:off x="9193869" y="5056140"/>
            <a:ext cx="295585" cy="13074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0675536C-844D-0CD5-2827-F444B9A3604C}"/>
              </a:ext>
            </a:extLst>
          </p:cNvPr>
          <p:cNvSpPr/>
          <p:nvPr/>
        </p:nvSpPr>
        <p:spPr>
          <a:xfrm>
            <a:off x="2782694" y="1533688"/>
            <a:ext cx="958481" cy="4464408"/>
          </a:xfrm>
          <a:prstGeom prst="rect">
            <a:avLst/>
          </a:prstGeom>
          <a:solidFill>
            <a:srgbClr val="013A52"/>
          </a:solidFill>
          <a:ln w="19050">
            <a:solidFill>
              <a:srgbClr val="0D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CCE8F0"/>
                </a:solidFill>
                <a:latin typeface="Aptos SemiBold" panose="020B0004020202020204" pitchFamily="34" charset="0"/>
              </a:rPr>
              <a:t>REST API entry point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CCE8F0"/>
              </a:solidFill>
              <a:latin typeface="Aptos SemiBold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CCE8F0"/>
                </a:solidFill>
                <a:latin typeface="Aptos SemiBold" panose="020B0004020202020204" pitchFamily="34" charset="0"/>
              </a:rPr>
              <a:t>Handles all client requests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CCE8F0"/>
              </a:solidFill>
              <a:latin typeface="Aptos SemiBold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CCE8F0"/>
                </a:solidFill>
                <a:latin typeface="Aptos SemiBold" panose="020B0004020202020204" pitchFamily="34" charset="0"/>
              </a:rPr>
              <a:t>Authentication &amp; validation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CCE8F0"/>
              </a:solidFill>
              <a:latin typeface="Aptos SemiBold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CCE8F0"/>
                </a:solidFill>
                <a:latin typeface="Aptos SemiBold" panose="020B0004020202020204" pitchFamily="34" charset="0"/>
              </a:rPr>
              <a:t>Manages user sessions</a:t>
            </a:r>
          </a:p>
        </p:txBody>
      </p: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E98B4F6D-A7D8-7B09-2E12-0CB0C243C374}"/>
              </a:ext>
            </a:extLst>
          </p:cNvPr>
          <p:cNvCxnSpPr>
            <a:cxnSpLocks/>
          </p:cNvCxnSpPr>
          <p:nvPr/>
        </p:nvCxnSpPr>
        <p:spPr>
          <a:xfrm>
            <a:off x="6042284" y="2176390"/>
            <a:ext cx="1154161" cy="478687"/>
          </a:xfrm>
          <a:prstGeom prst="bentConnector3">
            <a:avLst>
              <a:gd name="adj1" fmla="val 48239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6E54DCA3-6279-AF0C-B4D5-FEA22CD478B4}"/>
              </a:ext>
            </a:extLst>
          </p:cNvPr>
          <p:cNvCxnSpPr>
            <a:cxnSpLocks/>
          </p:cNvCxnSpPr>
          <p:nvPr/>
        </p:nvCxnSpPr>
        <p:spPr>
          <a:xfrm flipV="1">
            <a:off x="6607057" y="1781222"/>
            <a:ext cx="576151" cy="372294"/>
          </a:xfrm>
          <a:prstGeom prst="bentConnector3">
            <a:avLst>
              <a:gd name="adj1" fmla="val -499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32" name="Rectangle 131">
            <a:extLst>
              <a:ext uri="{FF2B5EF4-FFF2-40B4-BE49-F238E27FC236}">
                <a16:creationId xmlns:a16="http://schemas.microsoft.com/office/drawing/2014/main" id="{703AA0FA-D102-6ECA-B2D1-D5521096E2A2}"/>
              </a:ext>
            </a:extLst>
          </p:cNvPr>
          <p:cNvSpPr/>
          <p:nvPr/>
        </p:nvSpPr>
        <p:spPr>
          <a:xfrm>
            <a:off x="4157579" y="1381146"/>
            <a:ext cx="4880187" cy="2239721"/>
          </a:xfrm>
          <a:prstGeom prst="rect">
            <a:avLst/>
          </a:prstGeom>
          <a:solidFill>
            <a:schemeClr val="lt1">
              <a:alpha val="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1FBE288-009D-26B6-9FD5-0BEA97A7CAC5}"/>
              </a:ext>
            </a:extLst>
          </p:cNvPr>
          <p:cNvSpPr txBox="1"/>
          <p:nvPr/>
        </p:nvSpPr>
        <p:spPr>
          <a:xfrm>
            <a:off x="4229805" y="1443001"/>
            <a:ext cx="14077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u="sng" dirty="0">
                <a:solidFill>
                  <a:srgbClr val="002060"/>
                </a:solidFill>
                <a:latin typeface="Aptos SemiBold" panose="020B0004020202020204" pitchFamily="34" charset="0"/>
              </a:rPr>
              <a:t>Personalized Chatbot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7678E172-F946-5582-125D-9EDF91032668}"/>
              </a:ext>
            </a:extLst>
          </p:cNvPr>
          <p:cNvCxnSpPr>
            <a:cxnSpLocks/>
          </p:cNvCxnSpPr>
          <p:nvPr/>
        </p:nvCxnSpPr>
        <p:spPr>
          <a:xfrm>
            <a:off x="9193870" y="2266971"/>
            <a:ext cx="295585" cy="13074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1302654D-BEA7-AC2D-33EF-67081D442CED}"/>
              </a:ext>
            </a:extLst>
          </p:cNvPr>
          <p:cNvGrpSpPr/>
          <p:nvPr/>
        </p:nvGrpSpPr>
        <p:grpSpPr>
          <a:xfrm>
            <a:off x="9476218" y="1005840"/>
            <a:ext cx="2535375" cy="2044365"/>
            <a:chOff x="9476218" y="1045438"/>
            <a:chExt cx="2535375" cy="2044365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7AC9C25D-095E-38FE-3BE0-6A9A5C348ECC}"/>
                </a:ext>
              </a:extLst>
            </p:cNvPr>
            <p:cNvSpPr/>
            <p:nvPr/>
          </p:nvSpPr>
          <p:spPr>
            <a:xfrm>
              <a:off x="9489455" y="1045438"/>
              <a:ext cx="2512302" cy="2044365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rgbClr val="00C4D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>
                <a:latin typeface="Aptos SemiBold" panose="020B0004020202020204" pitchFamily="34" charset="0"/>
              </a:endParaRPr>
            </a:p>
          </p:txBody>
        </p: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E741E5DB-210D-5282-0F5F-797361660DB2}"/>
                </a:ext>
              </a:extLst>
            </p:cNvPr>
            <p:cNvGrpSpPr/>
            <p:nvPr/>
          </p:nvGrpSpPr>
          <p:grpSpPr>
            <a:xfrm>
              <a:off x="9476218" y="1051889"/>
              <a:ext cx="2535375" cy="314678"/>
              <a:chOff x="9489455" y="1020346"/>
              <a:chExt cx="2535375" cy="314678"/>
            </a:xfrm>
          </p:grpSpPr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CAA6E88D-19D3-88D3-75B3-1F63D89E59AE}"/>
                  </a:ext>
                </a:extLst>
              </p:cNvPr>
              <p:cNvSpPr/>
              <p:nvPr/>
            </p:nvSpPr>
            <p:spPr>
              <a:xfrm>
                <a:off x="9489455" y="1020346"/>
                <a:ext cx="2534906" cy="314678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00">
                  <a:latin typeface="Aptos SemiBold" panose="020B0004020202020204" pitchFamily="34" charset="0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095A5EBE-DB0A-3C30-D9B0-47C31033B4B1}"/>
                  </a:ext>
                </a:extLst>
              </p:cNvPr>
              <p:cNvSpPr txBox="1"/>
              <p:nvPr/>
            </p:nvSpPr>
            <p:spPr>
              <a:xfrm>
                <a:off x="9575853" y="1066504"/>
                <a:ext cx="2448977" cy="256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rgbClr val="FFFFFF"/>
                    </a:solidFill>
                    <a:latin typeface="Aptos SemiBold" panose="020B0004020202020204" pitchFamily="34" charset="0"/>
                  </a:rPr>
                  <a:t>RESPONSIBLE AI CONTROLS</a:t>
                </a:r>
              </a:p>
            </p:txBody>
          </p: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AAA2C0F9-C45D-3853-2B69-082D8AA76A79}"/>
                </a:ext>
              </a:extLst>
            </p:cNvPr>
            <p:cNvGrpSpPr/>
            <p:nvPr/>
          </p:nvGrpSpPr>
          <p:grpSpPr>
            <a:xfrm>
              <a:off x="9601163" y="1426655"/>
              <a:ext cx="2277119" cy="828323"/>
              <a:chOff x="9601163" y="1481328"/>
              <a:chExt cx="2277119" cy="903340"/>
            </a:xfrm>
          </p:grpSpPr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E2EFE25E-5D1E-B583-938D-26667D650AE6}"/>
                  </a:ext>
                </a:extLst>
              </p:cNvPr>
              <p:cNvSpPr/>
              <p:nvPr/>
            </p:nvSpPr>
            <p:spPr>
              <a:xfrm>
                <a:off x="9601163" y="1481328"/>
                <a:ext cx="2277119" cy="903340"/>
              </a:xfrm>
              <a:prstGeom prst="rect">
                <a:avLst/>
              </a:prstGeom>
              <a:solidFill>
                <a:srgbClr val="013A52"/>
              </a:solidFill>
              <a:ln w="28575">
                <a:solidFill>
                  <a:srgbClr val="0D28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1000">
                  <a:latin typeface="Aptos SemiBold" panose="020B0004020202020204" pitchFamily="34" charset="0"/>
                </a:endParaRP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B1AE7FC1-5679-DEE7-DC89-494EBE8C7B75}"/>
                  </a:ext>
                </a:extLst>
              </p:cNvPr>
              <p:cNvSpPr txBox="1"/>
              <p:nvPr/>
            </p:nvSpPr>
            <p:spPr>
              <a:xfrm>
                <a:off x="9626941" y="1498803"/>
                <a:ext cx="2234155" cy="256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0B0F0"/>
                    </a:solidFill>
                    <a:latin typeface="Aptos SemiBold" panose="020B0004020202020204" pitchFamily="34" charset="0"/>
                  </a:rPr>
                  <a:t>Monitoring and Evaluators</a:t>
                </a:r>
                <a:endParaRPr sz="1000" dirty="0">
                  <a:solidFill>
                    <a:srgbClr val="00B0F0"/>
                  </a:solidFill>
                  <a:latin typeface="Aptos SemiBold" panose="020B0004020202020204" pitchFamily="34" charset="0"/>
                </a:endParaRP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BC5A6CBD-4720-E686-0E53-7F17A0A0E7B7}"/>
                  </a:ext>
                </a:extLst>
              </p:cNvPr>
              <p:cNvSpPr txBox="1"/>
              <p:nvPr/>
            </p:nvSpPr>
            <p:spPr>
              <a:xfrm>
                <a:off x="9636150" y="1769395"/>
                <a:ext cx="2234155" cy="6041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CCE8F0"/>
                    </a:solidFill>
                    <a:latin typeface="Aptos SemiBold" panose="020B0004020202020204" pitchFamily="34" charset="0"/>
                  </a:rPr>
                  <a:t> Model performance monitoring with safety, quality, toxicity, and bias evaluation using Langsmith</a:t>
                </a:r>
                <a:endParaRPr sz="1000" dirty="0">
                  <a:solidFill>
                    <a:srgbClr val="CCE8F0"/>
                  </a:solidFill>
                  <a:latin typeface="Aptos SemiBold" panose="020B0004020202020204" pitchFamily="34" charset="0"/>
                </a:endParaRPr>
              </a:p>
            </p:txBody>
          </p:sp>
        </p:grp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B9B345FB-CBBE-A8E6-219D-43DBC1170C43}"/>
                </a:ext>
              </a:extLst>
            </p:cNvPr>
            <p:cNvSpPr/>
            <p:nvPr/>
          </p:nvSpPr>
          <p:spPr>
            <a:xfrm>
              <a:off x="9593186" y="2324280"/>
              <a:ext cx="2277119" cy="698955"/>
            </a:xfrm>
            <a:prstGeom prst="rect">
              <a:avLst/>
            </a:prstGeom>
            <a:solidFill>
              <a:srgbClr val="013A52"/>
            </a:solidFill>
            <a:ln w="28575">
              <a:solidFill>
                <a:srgbClr val="0D28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Aptos SemiBold" panose="020B0004020202020204" pitchFamily="34" charset="0"/>
              </a:endParaRPr>
            </a:p>
            <a:p>
              <a:pPr algn="ctr"/>
              <a:endParaRPr sz="1000" dirty="0">
                <a:latin typeface="Aptos SemiBold" panose="020B0004020202020204" pitchFamily="34" charset="0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14CD2110-1EB2-5A32-909F-E702A46B2489}"/>
                </a:ext>
              </a:extLst>
            </p:cNvPr>
            <p:cNvSpPr txBox="1"/>
            <p:nvPr/>
          </p:nvSpPr>
          <p:spPr>
            <a:xfrm>
              <a:off x="9562616" y="2325953"/>
              <a:ext cx="223415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solidFill>
                    <a:srgbClr val="00B0F0"/>
                  </a:solidFill>
                  <a:latin typeface="Aptos SemiBold" panose="020B0004020202020204" pitchFamily="34" charset="0"/>
                </a:rPr>
                <a:t>Guardrails</a:t>
              </a:r>
              <a:endParaRPr sz="1000" dirty="0">
                <a:solidFill>
                  <a:srgbClr val="00B0F0"/>
                </a:solidFill>
                <a:latin typeface="Aptos SemiBold" panose="020B0004020202020204" pitchFamily="34" charset="0"/>
              </a:endParaRP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BA9CFEED-A201-0102-C2FE-BFD28AB11143}"/>
                </a:ext>
              </a:extLst>
            </p:cNvPr>
            <p:cNvSpPr txBox="1"/>
            <p:nvPr/>
          </p:nvSpPr>
          <p:spPr>
            <a:xfrm>
              <a:off x="9593788" y="2502336"/>
              <a:ext cx="2281243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solidFill>
                    <a:srgbClr val="CCE8F0"/>
                  </a:solidFill>
                  <a:latin typeface="Aptos SemiBold" panose="020B0004020202020204" pitchFamily="34" charset="0"/>
                </a:rPr>
                <a:t>Policy enforcement with input and output content controls using LLM Guard</a:t>
              </a:r>
              <a:endParaRPr sz="1000" dirty="0">
                <a:solidFill>
                  <a:srgbClr val="CCE8F0"/>
                </a:solidFill>
                <a:latin typeface="Aptos SemiBold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1368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264</Words>
  <Application>Microsoft Office PowerPoint</Application>
  <PresentationFormat>Custom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SemiBold</vt:lpstr>
      <vt:lpstr>Arial</vt:lpstr>
      <vt:lpstr>Calibri</vt:lpstr>
      <vt:lpstr>Graphik Semibold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Dutta, Abhishek</cp:lastModifiedBy>
  <cp:revision>1</cp:revision>
  <dcterms:created xsi:type="dcterms:W3CDTF">2013-01-27T09:14:16Z</dcterms:created>
  <dcterms:modified xsi:type="dcterms:W3CDTF">2026-04-15T09:45:05Z</dcterms:modified>
  <cp:category/>
</cp:coreProperties>
</file>